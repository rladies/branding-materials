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7" Type="http://schemas.openxmlformats.org/officeDocument/2006/relationships/font" Target="fonts/Poppins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f7bcd4820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f7bcd482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f7bcd4820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f7bcd482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f7bcd4820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f7bcd482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f7bcd4820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f7bcd482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f7bcd4820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f7bcd482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f7bcd4820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f7bcd482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f7bcd4820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f7bcd482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f7bcd4820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f7bcd482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f7bcd4820_0_6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f7bcd4820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f7bcd4820_0_7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f7bcd4820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f7bcd4820_0_7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f7bcd4820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f7bcd4820_0_7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f7bcd4820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f7bcd4820_0_7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f7bcd4820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f7bcd4820_0_7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f7bcd4820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f7bcd4820_0_7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f7bcd4820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nly title">
  <p:cSld name="1_only 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38200" y="66368"/>
            <a:ext cx="10515600" cy="67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960"/>
              <a:buNone/>
              <a:defRPr sz="36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_logo &amp; subtitle">
  <p:cSld name="1_Title Slide_logo &amp; sub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0" y="0"/>
            <a:ext cx="57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480080" y="1471168"/>
            <a:ext cx="48738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3"/>
          <p:cNvSpPr txBox="1"/>
          <p:nvPr>
            <p:ph idx="3" type="body"/>
          </p:nvPr>
        </p:nvSpPr>
        <p:spPr>
          <a:xfrm>
            <a:off x="6480080" y="4055871"/>
            <a:ext cx="48738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000"/>
            </a:lvl1pPr>
            <a:lvl2pPr indent="-35433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Char char="•"/>
              <a:defRPr/>
            </a:lvl2pPr>
            <a:lvl3pPr indent="-35433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Char char="•"/>
              <a:defRPr/>
            </a:lvl3pPr>
            <a:lvl4pPr indent="-35433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Char char="•"/>
              <a:defRPr/>
            </a:lvl4pPr>
            <a:lvl5pPr indent="-354329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881EF9"/>
              </a:buClr>
              <a:buSzPts val="1400"/>
              <a:buChar char="•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_logo &amp; subtitle and image">
  <p:cSld name="1_Title Slide_logo &amp; subtitle and imag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838200" y="1471168"/>
            <a:ext cx="48738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" name="Google Shape;20;p4"/>
          <p:cNvSpPr/>
          <p:nvPr>
            <p:ph idx="2" type="pic"/>
          </p:nvPr>
        </p:nvSpPr>
        <p:spPr>
          <a:xfrm>
            <a:off x="6480080" y="1"/>
            <a:ext cx="4873800" cy="6061500"/>
          </a:xfrm>
          <a:prstGeom prst="round2SameRect">
            <a:avLst>
              <a:gd fmla="val 0" name="adj1"/>
              <a:gd fmla="val 50000" name="adj2"/>
            </a:avLst>
          </a:prstGeom>
          <a:noFill/>
          <a:ln>
            <a:noFill/>
          </a:ln>
        </p:spPr>
      </p:sp>
      <p:sp>
        <p:nvSpPr>
          <p:cNvPr id="21" name="Google Shape;21;p4"/>
          <p:cNvSpPr txBox="1"/>
          <p:nvPr>
            <p:ph idx="3" type="body"/>
          </p:nvPr>
        </p:nvSpPr>
        <p:spPr>
          <a:xfrm>
            <a:off x="838200" y="4055871"/>
            <a:ext cx="48738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000"/>
            </a:lvl1pPr>
            <a:lvl2pPr indent="-35433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Char char="•"/>
              <a:defRPr/>
            </a:lvl2pPr>
            <a:lvl3pPr indent="-35433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Char char="•"/>
              <a:defRPr/>
            </a:lvl3pPr>
            <a:lvl4pPr indent="-35433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Char char="•"/>
              <a:defRPr/>
            </a:lvl4pPr>
            <a:lvl5pPr indent="-354329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rgbClr val="881EF9"/>
              </a:buClr>
              <a:buSzPts val="1400"/>
              <a:buChar char="•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_logo &amp; subtitle 2">
  <p:cSld name="1_Title Slide_logo &amp; subtitle 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>
            <p:ph idx="2" type="pic"/>
          </p:nvPr>
        </p:nvSpPr>
        <p:spPr>
          <a:xfrm>
            <a:off x="0" y="2117471"/>
            <a:ext cx="12192000" cy="3303900"/>
          </a:xfrm>
          <a:prstGeom prst="round2Same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899375" y="5570760"/>
            <a:ext cx="98298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000"/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-3750" y="1129925"/>
            <a:ext cx="12192000" cy="98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2 Contents titled">
  <p:cSld name="1_Title and 2 Contents titled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9789" y="1840654"/>
            <a:ext cx="49197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80"/>
              <a:buNone/>
              <a:defRPr b="0" sz="2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839789" y="2962835"/>
            <a:ext cx="49197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000"/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980"/>
              <a:buChar char="•"/>
              <a:defRPr sz="1800"/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760"/>
              <a:buChar char="•"/>
              <a:defRPr sz="1600"/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1" name="Google Shape;31;p6"/>
          <p:cNvSpPr txBox="1"/>
          <p:nvPr>
            <p:ph idx="3" type="body"/>
          </p:nvPr>
        </p:nvSpPr>
        <p:spPr>
          <a:xfrm>
            <a:off x="6408176" y="1840654"/>
            <a:ext cx="49440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80"/>
              <a:buNone/>
              <a:defRPr b="0" sz="2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6"/>
          <p:cNvSpPr txBox="1"/>
          <p:nvPr>
            <p:ph idx="4" type="body"/>
          </p:nvPr>
        </p:nvSpPr>
        <p:spPr>
          <a:xfrm>
            <a:off x="6408176" y="2962835"/>
            <a:ext cx="49440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000"/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980"/>
              <a:buChar char="•"/>
              <a:defRPr sz="1800"/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760"/>
              <a:buChar char="•"/>
              <a:defRPr sz="1600"/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rgbClr val="881EF9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 a">
  <p:cSld name="1_text and image a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" name="Google Shape;36;p7"/>
          <p:cNvSpPr/>
          <p:nvPr>
            <p:ph idx="2" type="pic"/>
          </p:nvPr>
        </p:nvSpPr>
        <p:spPr>
          <a:xfrm>
            <a:off x="6665554" y="0"/>
            <a:ext cx="5526300" cy="6858000"/>
          </a:xfrm>
          <a:prstGeom prst="round2Same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839789" y="1759712"/>
            <a:ext cx="49197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000"/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980"/>
              <a:buChar char="•"/>
              <a:defRPr sz="1800"/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760"/>
              <a:buChar char="•"/>
              <a:defRPr sz="1600"/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 b">
  <p:cSld name="1_text and image b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>
            <p:ph idx="2" type="pic"/>
          </p:nvPr>
        </p:nvSpPr>
        <p:spPr>
          <a:xfrm>
            <a:off x="0" y="0"/>
            <a:ext cx="5526300" cy="6858000"/>
          </a:xfrm>
          <a:prstGeom prst="round2Same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6148832" y="485648"/>
            <a:ext cx="5170200" cy="47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000"/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980"/>
              <a:buChar char="•"/>
              <a:defRPr sz="1800"/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760"/>
              <a:buChar char="•"/>
              <a:defRPr sz="1600"/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rgbClr val="881EF9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-5000" y="5877000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and title d">
  <p:cSld name="1_large image and title d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-5000" y="5211425"/>
            <a:ext cx="12192000" cy="1646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mpty grey">
  <p:cSld name="1_empty gre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838200" y="1788159"/>
            <a:ext cx="105156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000"/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980"/>
              <a:buChar char="•"/>
              <a:defRPr sz="1800"/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760"/>
              <a:buChar char="•"/>
              <a:defRPr sz="1600"/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" name="Google Shape;52;p11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2 Contents">
  <p:cSld name="1_Title and 2 Conten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839789" y="2026025"/>
            <a:ext cx="4919700" cy="4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000"/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980"/>
              <a:buChar char="•"/>
              <a:defRPr sz="1800"/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760"/>
              <a:buChar char="•"/>
              <a:defRPr sz="1600"/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6408176" y="2026025"/>
            <a:ext cx="4944000" cy="4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000"/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980"/>
              <a:buChar char="•"/>
              <a:defRPr sz="1800"/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760"/>
              <a:buChar char="•"/>
              <a:defRPr sz="1600"/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rgbClr val="881EF9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7" name="Google Shape;57;p12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13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 c">
  <p:cSld name="1_text and image c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>
            <p:ph idx="2" type="pic"/>
          </p:nvPr>
        </p:nvSpPr>
        <p:spPr>
          <a:xfrm>
            <a:off x="793673" y="537882"/>
            <a:ext cx="5526300" cy="63201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6880412" y="676835"/>
            <a:ext cx="4473300" cy="56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000"/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980"/>
              <a:buChar char="•"/>
              <a:defRPr sz="1800"/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760"/>
              <a:buChar char="•"/>
              <a:defRPr sz="1600"/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SzPts val="1540"/>
              <a:buChar char="•"/>
              <a:defRPr sz="1400"/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881EF9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rgbClr val="881EF9"/>
              </a:buClr>
              <a:buSzPts val="1400"/>
              <a:buChar char="•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and title b">
  <p:cSld name="1_large image and title b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360000" spcFirstLastPara="1" rIns="900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and title c">
  <p:cSld name="1_large image and title c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-5000" y="5237650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nly title 1">
  <p:cSld name="1_only title_1"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838200" y="66368"/>
            <a:ext cx="10515600" cy="67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960"/>
              <a:buNone/>
              <a:defRPr sz="3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_logo &amp; subtitle 1">
  <p:cSld name="1_Title Slide_logo &amp; subtitle_1"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>
            <p:ph idx="2" type="pic"/>
          </p:nvPr>
        </p:nvSpPr>
        <p:spPr>
          <a:xfrm>
            <a:off x="0" y="0"/>
            <a:ext cx="57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8"/>
          <p:cNvSpPr txBox="1"/>
          <p:nvPr>
            <p:ph idx="1" type="subTitle"/>
          </p:nvPr>
        </p:nvSpPr>
        <p:spPr>
          <a:xfrm>
            <a:off x="6480080" y="1471168"/>
            <a:ext cx="48738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3" type="body"/>
          </p:nvPr>
        </p:nvSpPr>
        <p:spPr>
          <a:xfrm>
            <a:off x="6480080" y="4055871"/>
            <a:ext cx="48738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2pPr>
            <a:lvl3pPr indent="-35433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3pPr>
            <a:lvl4pPr indent="-35433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4pPr>
            <a:lvl5pPr indent="-354329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_logo &amp; subtitle and image 1">
  <p:cSld name="1_Title Slide_logo &amp; subtitle and image_1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" type="subTitle"/>
          </p:nvPr>
        </p:nvSpPr>
        <p:spPr>
          <a:xfrm>
            <a:off x="838200" y="1471168"/>
            <a:ext cx="48738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19"/>
          <p:cNvSpPr/>
          <p:nvPr>
            <p:ph idx="2" type="pic"/>
          </p:nvPr>
        </p:nvSpPr>
        <p:spPr>
          <a:xfrm>
            <a:off x="6480080" y="1"/>
            <a:ext cx="4873800" cy="6061500"/>
          </a:xfrm>
          <a:prstGeom prst="round2SameRect">
            <a:avLst>
              <a:gd fmla="val 0" name="adj1"/>
              <a:gd fmla="val 50000" name="adj2"/>
            </a:avLst>
          </a:prstGeom>
          <a:noFill/>
          <a:ln>
            <a:noFill/>
          </a:ln>
        </p:spPr>
      </p:sp>
      <p:sp>
        <p:nvSpPr>
          <p:cNvPr id="84" name="Google Shape;84;p19"/>
          <p:cNvSpPr txBox="1"/>
          <p:nvPr>
            <p:ph idx="3" type="body"/>
          </p:nvPr>
        </p:nvSpPr>
        <p:spPr>
          <a:xfrm>
            <a:off x="838200" y="4055871"/>
            <a:ext cx="48738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2pPr>
            <a:lvl3pPr indent="-35433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3pPr>
            <a:lvl4pPr indent="-35433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4pPr>
            <a:lvl5pPr indent="-354329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_logo &amp; subtitle 2 1">
  <p:cSld name="1_Title Slide_logo &amp; subtitle 2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>
            <p:ph idx="2" type="pic"/>
          </p:nvPr>
        </p:nvSpPr>
        <p:spPr>
          <a:xfrm>
            <a:off x="0" y="2117471"/>
            <a:ext cx="12192000" cy="3303900"/>
          </a:xfrm>
          <a:prstGeom prst="round2Same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87" name="Google Shape;87;p20"/>
          <p:cNvSpPr txBox="1"/>
          <p:nvPr>
            <p:ph idx="1" type="subTitle"/>
          </p:nvPr>
        </p:nvSpPr>
        <p:spPr>
          <a:xfrm>
            <a:off x="899375" y="5570760"/>
            <a:ext cx="98298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6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-3750" y="1129925"/>
            <a:ext cx="12192000" cy="987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2 Contents titled 1">
  <p:cSld name="1_Title and 2 Contents titled_1"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839789" y="1840654"/>
            <a:ext cx="49197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80"/>
              <a:buNone/>
              <a:defRPr b="0" sz="2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None/>
              <a:defRPr b="1"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b="1"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b="1"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839789" y="2962835"/>
            <a:ext cx="49197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3" type="body"/>
          </p:nvPr>
        </p:nvSpPr>
        <p:spPr>
          <a:xfrm>
            <a:off x="6408176" y="1840654"/>
            <a:ext cx="49440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80"/>
              <a:buNone/>
              <a:defRPr b="0" sz="2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None/>
              <a:defRPr b="1"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b="1"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b="1"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4" type="body"/>
          </p:nvPr>
        </p:nvSpPr>
        <p:spPr>
          <a:xfrm>
            <a:off x="6408176" y="2962835"/>
            <a:ext cx="49440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 a 1">
  <p:cSld name="1_text and image a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22"/>
          <p:cNvSpPr/>
          <p:nvPr>
            <p:ph idx="2" type="pic"/>
          </p:nvPr>
        </p:nvSpPr>
        <p:spPr>
          <a:xfrm>
            <a:off x="6665554" y="0"/>
            <a:ext cx="5526300" cy="6858000"/>
          </a:xfrm>
          <a:prstGeom prst="round2Same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839789" y="1759712"/>
            <a:ext cx="49197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2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 b 1">
  <p:cSld name="1_text and image b_1">
    <p:bg>
      <p:bgPr>
        <a:solidFill>
          <a:schemeClr val="dk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/>
          <p:nvPr>
            <p:ph idx="2" type="pic"/>
          </p:nvPr>
        </p:nvSpPr>
        <p:spPr>
          <a:xfrm>
            <a:off x="0" y="0"/>
            <a:ext cx="5526300" cy="6858000"/>
          </a:xfrm>
          <a:prstGeom prst="round2Same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6148832" y="485648"/>
            <a:ext cx="5170200" cy="47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3"/>
          <p:cNvSpPr txBox="1"/>
          <p:nvPr>
            <p:ph type="title"/>
          </p:nvPr>
        </p:nvSpPr>
        <p:spPr>
          <a:xfrm>
            <a:off x="-5000" y="5877000"/>
            <a:ext cx="12192000" cy="981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and title d 1">
  <p:cSld name="1_large image and title d_1">
    <p:bg>
      <p:bgPr>
        <a:solidFill>
          <a:schemeClr val="dk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9" name="Google Shape;109;p24"/>
          <p:cNvSpPr txBox="1"/>
          <p:nvPr>
            <p:ph type="title"/>
          </p:nvPr>
        </p:nvSpPr>
        <p:spPr>
          <a:xfrm>
            <a:off x="-5000" y="5211425"/>
            <a:ext cx="12192000" cy="1646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mpty grey 1">
  <p:cSld name="1_empty grey_1">
    <p:bg>
      <p:bgPr>
        <a:solidFill>
          <a:schemeClr val="dk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">
  <p:cSld name="1_Title and Content_1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838200" y="1788159"/>
            <a:ext cx="105156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26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2 Contents 1">
  <p:cSld name="1_Title and 2 Contents_1">
    <p:bg>
      <p:bgPr>
        <a:solidFill>
          <a:schemeClr val="dk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839789" y="2026025"/>
            <a:ext cx="4919700" cy="4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2" type="body"/>
          </p:nvPr>
        </p:nvSpPr>
        <p:spPr>
          <a:xfrm>
            <a:off x="6408176" y="2026025"/>
            <a:ext cx="4944000" cy="4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7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 1">
  <p:cSld name="1_Title only_1">
    <p:bg>
      <p:bgPr>
        <a:solidFill>
          <a:schemeClr val="dk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28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 c 1">
  <p:cSld name="1_text and image c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/>
          <p:nvPr>
            <p:ph idx="2" type="pic"/>
          </p:nvPr>
        </p:nvSpPr>
        <p:spPr>
          <a:xfrm>
            <a:off x="793673" y="537882"/>
            <a:ext cx="5526300" cy="63201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6" name="Google Shape;126;p29"/>
          <p:cNvSpPr txBox="1"/>
          <p:nvPr>
            <p:ph idx="1" type="body"/>
          </p:nvPr>
        </p:nvSpPr>
        <p:spPr>
          <a:xfrm>
            <a:off x="6880412" y="676835"/>
            <a:ext cx="4473300" cy="56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and title b 1">
  <p:cSld name="1_large image and title b_1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30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360000" spcFirstLastPara="1" rIns="900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and title c 1">
  <p:cSld name="1_large image and title c_1">
    <p:bg>
      <p:bgPr>
        <a:solidFill>
          <a:schemeClr val="dk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4" name="Google Shape;134;p31"/>
          <p:cNvSpPr txBox="1"/>
          <p:nvPr>
            <p:ph type="title"/>
          </p:nvPr>
        </p:nvSpPr>
        <p:spPr>
          <a:xfrm>
            <a:off x="-5000" y="5237650"/>
            <a:ext cx="12192000" cy="981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only title 2">
  <p:cSld name="1_only title_2"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32"/>
          <p:cNvSpPr txBox="1"/>
          <p:nvPr>
            <p:ph idx="1" type="subTitle"/>
          </p:nvPr>
        </p:nvSpPr>
        <p:spPr>
          <a:xfrm>
            <a:off x="838200" y="66368"/>
            <a:ext cx="10515600" cy="67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960"/>
              <a:buNone/>
              <a:defRPr sz="3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_logo &amp; subtitle 3">
  <p:cSld name="1_Title Slide_logo &amp; subtitle_2"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>
            <p:ph idx="2" type="pic"/>
          </p:nvPr>
        </p:nvSpPr>
        <p:spPr>
          <a:xfrm>
            <a:off x="0" y="0"/>
            <a:ext cx="571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1" name="Google Shape;141;p33"/>
          <p:cNvSpPr txBox="1"/>
          <p:nvPr>
            <p:ph idx="1" type="subTitle"/>
          </p:nvPr>
        </p:nvSpPr>
        <p:spPr>
          <a:xfrm>
            <a:off x="6480080" y="1471168"/>
            <a:ext cx="48738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33"/>
          <p:cNvSpPr txBox="1"/>
          <p:nvPr>
            <p:ph idx="3" type="body"/>
          </p:nvPr>
        </p:nvSpPr>
        <p:spPr>
          <a:xfrm>
            <a:off x="6480080" y="4055871"/>
            <a:ext cx="48738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2pPr>
            <a:lvl3pPr indent="-35433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3pPr>
            <a:lvl4pPr indent="-35433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4pPr>
            <a:lvl5pPr indent="-354329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_logo &amp; subtitle and image 2">
  <p:cSld name="1_Title Slide_logo &amp; subtitle and image_2"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4"/>
          <p:cNvSpPr txBox="1"/>
          <p:nvPr>
            <p:ph idx="1" type="subTitle"/>
          </p:nvPr>
        </p:nvSpPr>
        <p:spPr>
          <a:xfrm>
            <a:off x="838200" y="1471168"/>
            <a:ext cx="48738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34"/>
          <p:cNvSpPr/>
          <p:nvPr>
            <p:ph idx="2" type="pic"/>
          </p:nvPr>
        </p:nvSpPr>
        <p:spPr>
          <a:xfrm>
            <a:off x="6480080" y="1"/>
            <a:ext cx="4873800" cy="6061500"/>
          </a:xfrm>
          <a:prstGeom prst="round2SameRect">
            <a:avLst>
              <a:gd fmla="val 0" name="adj1"/>
              <a:gd fmla="val 50000" name="adj2"/>
            </a:avLst>
          </a:prstGeom>
          <a:noFill/>
          <a:ln>
            <a:noFill/>
          </a:ln>
        </p:spPr>
      </p:sp>
      <p:sp>
        <p:nvSpPr>
          <p:cNvPr id="147" name="Google Shape;147;p34"/>
          <p:cNvSpPr txBox="1"/>
          <p:nvPr>
            <p:ph idx="3" type="body"/>
          </p:nvPr>
        </p:nvSpPr>
        <p:spPr>
          <a:xfrm>
            <a:off x="838200" y="4055871"/>
            <a:ext cx="48738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2pPr>
            <a:lvl3pPr indent="-35433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3pPr>
            <a:lvl4pPr indent="-35433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4pPr>
            <a:lvl5pPr indent="-354329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_logo &amp; subtitle 2 2">
  <p:cSld name="1_Title Slide_logo &amp; subtitle 2_2"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/>
          <p:nvPr>
            <p:ph idx="2" type="pic"/>
          </p:nvPr>
        </p:nvSpPr>
        <p:spPr>
          <a:xfrm>
            <a:off x="0" y="2117471"/>
            <a:ext cx="12192000" cy="3303900"/>
          </a:xfrm>
          <a:prstGeom prst="round2Same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0" name="Google Shape;150;p35"/>
          <p:cNvSpPr txBox="1"/>
          <p:nvPr>
            <p:ph idx="1" type="subTitle"/>
          </p:nvPr>
        </p:nvSpPr>
        <p:spPr>
          <a:xfrm>
            <a:off x="899375" y="5570760"/>
            <a:ext cx="98298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8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6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" name="Google Shape;151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2" name="Google Shape;152;p35"/>
          <p:cNvSpPr txBox="1"/>
          <p:nvPr>
            <p:ph type="title"/>
          </p:nvPr>
        </p:nvSpPr>
        <p:spPr>
          <a:xfrm>
            <a:off x="-3750" y="1129925"/>
            <a:ext cx="12192000" cy="98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2 Contents titled 2">
  <p:cSld name="1_Title and 2 Contents titled_2"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839789" y="1840654"/>
            <a:ext cx="49197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80"/>
              <a:buNone/>
              <a:defRPr b="0" sz="2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sz="2000">
                <a:solidFill>
                  <a:schemeClr val="accent2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980"/>
              <a:buNone/>
              <a:defRPr b="1" sz="1800">
                <a:solidFill>
                  <a:schemeClr val="accent2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60"/>
              <a:buNone/>
              <a:defRPr b="1" sz="1600">
                <a:solidFill>
                  <a:schemeClr val="accent2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60"/>
              <a:buNone/>
              <a:defRPr b="1" sz="1600">
                <a:solidFill>
                  <a:schemeClr val="accen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6" name="Google Shape;156;p36"/>
          <p:cNvSpPr txBox="1"/>
          <p:nvPr>
            <p:ph idx="2" type="body"/>
          </p:nvPr>
        </p:nvSpPr>
        <p:spPr>
          <a:xfrm>
            <a:off x="839789" y="2962835"/>
            <a:ext cx="49197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36"/>
          <p:cNvSpPr txBox="1"/>
          <p:nvPr>
            <p:ph idx="3" type="body"/>
          </p:nvPr>
        </p:nvSpPr>
        <p:spPr>
          <a:xfrm>
            <a:off x="6408176" y="1840654"/>
            <a:ext cx="49440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80"/>
              <a:buNone/>
              <a:defRPr b="0" sz="280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b="1" sz="2000">
                <a:solidFill>
                  <a:schemeClr val="accent2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980"/>
              <a:buNone/>
              <a:defRPr b="1" sz="1800">
                <a:solidFill>
                  <a:schemeClr val="accent2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60"/>
              <a:buNone/>
              <a:defRPr b="1" sz="1600">
                <a:solidFill>
                  <a:schemeClr val="accent2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60"/>
              <a:buNone/>
              <a:defRPr b="1" sz="1600">
                <a:solidFill>
                  <a:schemeClr val="accen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8" name="Google Shape;158;p36"/>
          <p:cNvSpPr txBox="1"/>
          <p:nvPr>
            <p:ph idx="4" type="body"/>
          </p:nvPr>
        </p:nvSpPr>
        <p:spPr>
          <a:xfrm>
            <a:off x="6408176" y="2962835"/>
            <a:ext cx="49440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36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 a 2">
  <p:cSld name="1_text and image a_2"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37"/>
          <p:cNvSpPr/>
          <p:nvPr>
            <p:ph idx="2" type="pic"/>
          </p:nvPr>
        </p:nvSpPr>
        <p:spPr>
          <a:xfrm>
            <a:off x="6665554" y="0"/>
            <a:ext cx="5526300" cy="6858000"/>
          </a:xfrm>
          <a:prstGeom prst="round2Same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3" name="Google Shape;163;p37"/>
          <p:cNvSpPr txBox="1"/>
          <p:nvPr>
            <p:ph idx="1" type="body"/>
          </p:nvPr>
        </p:nvSpPr>
        <p:spPr>
          <a:xfrm>
            <a:off x="839789" y="1759712"/>
            <a:ext cx="49197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p37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 b 2">
  <p:cSld name="1_text and image b_2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8"/>
          <p:cNvSpPr/>
          <p:nvPr>
            <p:ph idx="2" type="pic"/>
          </p:nvPr>
        </p:nvSpPr>
        <p:spPr>
          <a:xfrm>
            <a:off x="0" y="0"/>
            <a:ext cx="5526300" cy="6858000"/>
          </a:xfrm>
          <a:prstGeom prst="round2Same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7" name="Google Shape;167;p38"/>
          <p:cNvSpPr txBox="1"/>
          <p:nvPr>
            <p:ph idx="1" type="body"/>
          </p:nvPr>
        </p:nvSpPr>
        <p:spPr>
          <a:xfrm>
            <a:off x="6148832" y="485648"/>
            <a:ext cx="5170200" cy="47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38"/>
          <p:cNvSpPr txBox="1"/>
          <p:nvPr>
            <p:ph type="title"/>
          </p:nvPr>
        </p:nvSpPr>
        <p:spPr>
          <a:xfrm>
            <a:off x="-5000" y="5877000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and title d 2">
  <p:cSld name="1_large image and title d_2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39"/>
          <p:cNvSpPr txBox="1"/>
          <p:nvPr>
            <p:ph type="title"/>
          </p:nvPr>
        </p:nvSpPr>
        <p:spPr>
          <a:xfrm>
            <a:off x="-5000" y="5211425"/>
            <a:ext cx="12192000" cy="1646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mpty grey 2">
  <p:cSld name="1_empty grey_2"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C8C8CD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2">
  <p:cSld name="1_Title and Content_2"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 txBox="1"/>
          <p:nvPr>
            <p:ph idx="1" type="body"/>
          </p:nvPr>
        </p:nvSpPr>
        <p:spPr>
          <a:xfrm>
            <a:off x="838200" y="1788159"/>
            <a:ext cx="105156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8" name="Google Shape;178;p41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2 Contents 2">
  <p:cSld name="1_Title and 2 Contents_2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42"/>
          <p:cNvSpPr txBox="1"/>
          <p:nvPr>
            <p:ph idx="1" type="body"/>
          </p:nvPr>
        </p:nvSpPr>
        <p:spPr>
          <a:xfrm>
            <a:off x="839789" y="2026025"/>
            <a:ext cx="4919700" cy="4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42"/>
          <p:cNvSpPr txBox="1"/>
          <p:nvPr>
            <p:ph idx="2" type="body"/>
          </p:nvPr>
        </p:nvSpPr>
        <p:spPr>
          <a:xfrm>
            <a:off x="6408176" y="2026025"/>
            <a:ext cx="4944000" cy="4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42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 2">
  <p:cSld name="1_Title only_2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43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and image c 2">
  <p:cSld name="1_text and image c_2"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4"/>
          <p:cNvSpPr/>
          <p:nvPr>
            <p:ph idx="2" type="pic"/>
          </p:nvPr>
        </p:nvSpPr>
        <p:spPr>
          <a:xfrm>
            <a:off x="793673" y="537882"/>
            <a:ext cx="5526300" cy="63201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9" name="Google Shape;189;p44"/>
          <p:cNvSpPr txBox="1"/>
          <p:nvPr>
            <p:ph idx="1" type="body"/>
          </p:nvPr>
        </p:nvSpPr>
        <p:spPr>
          <a:xfrm>
            <a:off x="6880412" y="676835"/>
            <a:ext cx="4473300" cy="56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 sz="2000">
                <a:solidFill>
                  <a:schemeClr val="lt1"/>
                </a:solidFill>
              </a:defRPr>
            </a:lvl1pPr>
            <a:lvl2pPr indent="-354330" lvl="1" marL="914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980"/>
              <a:buChar char="•"/>
              <a:defRPr sz="1800"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760"/>
              <a:buChar char="•"/>
              <a:defRPr sz="1600">
                <a:solidFill>
                  <a:schemeClr val="lt1"/>
                </a:solidFill>
              </a:defRPr>
            </a:lvl3pPr>
            <a:lvl4pPr indent="-326389" lvl="3" marL="18288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4pPr>
            <a:lvl5pPr indent="-326389" lvl="4" marL="22860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540"/>
              <a:buChar char="•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and title b 2">
  <p:cSld name="1_large image and title b_2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3" name="Google Shape;193;p45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360000" spcFirstLastPara="1" rIns="900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rge image and title c 2">
  <p:cSld name="1_large image and title c_2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" name="Google Shape;197;p46"/>
          <p:cNvSpPr txBox="1"/>
          <p:nvPr>
            <p:ph type="title"/>
          </p:nvPr>
        </p:nvSpPr>
        <p:spPr>
          <a:xfrm>
            <a:off x="-5000" y="5237650"/>
            <a:ext cx="12192000" cy="981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00000" spcFirstLastPara="1" rIns="360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 SemiBold"/>
              <a:buNone/>
              <a:defRPr b="0" i="0" sz="36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4330" lvl="1" marL="914400" marR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98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0360" lvl="2" marL="1371600" marR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26389" lvl="3" marL="1828800" marR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26389" lvl="4" marL="2286000" marR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B7B7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B7B7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B7B7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B7B7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B7B7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B7B7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B7B7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B7B7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B7B7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7"/>
          <p:cNvSpPr txBox="1"/>
          <p:nvPr>
            <p:ph idx="1" type="subTitle"/>
          </p:nvPr>
        </p:nvSpPr>
        <p:spPr>
          <a:xfrm>
            <a:off x="838200" y="66368"/>
            <a:ext cx="10515600" cy="679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following are some examples of slides,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using the RLadies+ template.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 see all slide templates, go to the top right corner and click on the drop-down menu arrow next to the + (New slide)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150" y="6019800"/>
            <a:ext cx="59817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47"/>
          <p:cNvSpPr/>
          <p:nvPr/>
        </p:nvSpPr>
        <p:spPr>
          <a:xfrm rot="5400000">
            <a:off x="5354550" y="5908550"/>
            <a:ext cx="474000" cy="23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software technology development (provided by Getty Images)" id="209" name="Google Shape;209;p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204" r="22199" t="0"/>
          <a:stretch/>
        </p:blipFill>
        <p:spPr>
          <a:xfrm>
            <a:off x="0" y="0"/>
            <a:ext cx="5712000" cy="6858000"/>
          </a:xfrm>
          <a:prstGeom prst="rect">
            <a:avLst/>
          </a:prstGeom>
        </p:spPr>
      </p:pic>
      <p:sp>
        <p:nvSpPr>
          <p:cNvPr id="210" name="Google Shape;210;p48"/>
          <p:cNvSpPr txBox="1"/>
          <p:nvPr>
            <p:ph idx="1" type="subTitle"/>
          </p:nvPr>
        </p:nvSpPr>
        <p:spPr>
          <a:xfrm>
            <a:off x="6480080" y="1471168"/>
            <a:ext cx="4873800" cy="220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Presentation title goes here</a:t>
            </a:r>
            <a:endParaRPr/>
          </a:p>
        </p:txBody>
      </p:sp>
      <p:sp>
        <p:nvSpPr>
          <p:cNvPr id="211" name="Google Shape;211;p48"/>
          <p:cNvSpPr txBox="1"/>
          <p:nvPr>
            <p:ph idx="3" type="body"/>
          </p:nvPr>
        </p:nvSpPr>
        <p:spPr>
          <a:xfrm>
            <a:off x="6480080" y="4055871"/>
            <a:ext cx="4873800" cy="200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Presenter name or other details go here</a:t>
            </a:r>
            <a:endParaRPr/>
          </a:p>
        </p:txBody>
      </p:sp>
      <p:pic>
        <p:nvPicPr>
          <p:cNvPr descr="A black and white logo&#10;&#10;AI-generated content may be incorrect." id="212" name="Google Shape;21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0798" y="611685"/>
            <a:ext cx="2415754" cy="609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urple flower with a white background&#10;&#10;AI-generated content may be incorrect." id="213" name="Google Shape;213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7113" y="5444810"/>
            <a:ext cx="990212" cy="1137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exagon with white text and colorful dots&#10;&#10;AI-generated content may be incorrect." id="214" name="Google Shape;214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4997" y="5444810"/>
            <a:ext cx="985173" cy="1137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9"/>
          <p:cNvSpPr txBox="1"/>
          <p:nvPr>
            <p:ph idx="1" type="subTitle"/>
          </p:nvPr>
        </p:nvSpPr>
        <p:spPr>
          <a:xfrm>
            <a:off x="838200" y="1471168"/>
            <a:ext cx="4873800" cy="220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Presentation title goes here</a:t>
            </a:r>
            <a:endParaRPr/>
          </a:p>
        </p:txBody>
      </p:sp>
      <p:pic>
        <p:nvPicPr>
          <p:cNvPr descr="Programmer is coding and programming software (provided by Getty Images)" id="220" name="Google Shape;220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204" r="23204" t="0"/>
          <a:stretch/>
        </p:blipFill>
        <p:spPr>
          <a:xfrm>
            <a:off x="6480080" y="1"/>
            <a:ext cx="4873800" cy="60615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sp>
        <p:nvSpPr>
          <p:cNvPr id="221" name="Google Shape;221;p49"/>
          <p:cNvSpPr txBox="1"/>
          <p:nvPr>
            <p:ph idx="3" type="body"/>
          </p:nvPr>
        </p:nvSpPr>
        <p:spPr>
          <a:xfrm>
            <a:off x="838200" y="4055871"/>
            <a:ext cx="4873800" cy="200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Presenter name or other details go here</a:t>
            </a:r>
            <a:endParaRPr/>
          </a:p>
        </p:txBody>
      </p:sp>
      <p:pic>
        <p:nvPicPr>
          <p:cNvPr descr="A black and white logo&#10;&#10;AI-generated content may be incorrect." id="222" name="Google Shape;22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73" y="611685"/>
            <a:ext cx="2415754" cy="609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urple flower with a white background&#10;&#10;AI-generated content may be incorrect." id="223" name="Google Shape;22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988" y="5444810"/>
            <a:ext cx="990212" cy="1137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exagon with white text and colorful dots&#10;&#10;AI-generated content may be incorrect." id="224" name="Google Shape;224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79872" y="5444810"/>
            <a:ext cx="985173" cy="1137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women using laptop in meeting (provided by Getty Images)" id="229" name="Google Shape;229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668" l="0" r="0" t="29672"/>
          <a:stretch/>
        </p:blipFill>
        <p:spPr>
          <a:xfrm>
            <a:off x="0" y="2117471"/>
            <a:ext cx="12192000" cy="33039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sp>
        <p:nvSpPr>
          <p:cNvPr id="230" name="Google Shape;230;p50"/>
          <p:cNvSpPr txBox="1"/>
          <p:nvPr>
            <p:ph idx="1" type="subTitle"/>
          </p:nvPr>
        </p:nvSpPr>
        <p:spPr>
          <a:xfrm>
            <a:off x="899375" y="5570760"/>
            <a:ext cx="9829800" cy="85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0"/>
          <p:cNvSpPr txBox="1"/>
          <p:nvPr>
            <p:ph type="title"/>
          </p:nvPr>
        </p:nvSpPr>
        <p:spPr>
          <a:xfrm>
            <a:off x="-3750" y="1129925"/>
            <a:ext cx="12192000" cy="987600"/>
          </a:xfrm>
          <a:prstGeom prst="rect">
            <a:avLst/>
          </a:prstGeom>
        </p:spPr>
        <p:txBody>
          <a:bodyPr anchorCtr="0" anchor="ctr" bIns="91425" lIns="900000" spcFirstLastPara="1" rIns="36000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Presentation title goes here</a:t>
            </a:r>
            <a:endParaRPr/>
          </a:p>
        </p:txBody>
      </p:sp>
      <p:pic>
        <p:nvPicPr>
          <p:cNvPr descr="A black and white logo&#10;&#10;AI-generated content may be incorrect." id="232" name="Google Shape;23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798" y="282835"/>
            <a:ext cx="2415754" cy="609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urple flower with a white background&#10;&#10;AI-generated content may be incorrect." id="233" name="Google Shape;233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36598" y="5651550"/>
            <a:ext cx="810297" cy="931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exagon with white text and colorful dots&#10;&#10;AI-generated content may be incorrect." id="234" name="Google Shape;234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06849" y="5651550"/>
            <a:ext cx="806172" cy="931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1"/>
          <p:cNvSpPr txBox="1"/>
          <p:nvPr>
            <p:ph idx="1" type="body"/>
          </p:nvPr>
        </p:nvSpPr>
        <p:spPr>
          <a:xfrm>
            <a:off x="839789" y="1840654"/>
            <a:ext cx="4919700" cy="81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First point</a:t>
            </a:r>
            <a:endParaRPr/>
          </a:p>
        </p:txBody>
      </p:sp>
      <p:sp>
        <p:nvSpPr>
          <p:cNvPr id="240" name="Google Shape;240;p51"/>
          <p:cNvSpPr txBox="1"/>
          <p:nvPr>
            <p:ph idx="2" type="body"/>
          </p:nvPr>
        </p:nvSpPr>
        <p:spPr>
          <a:xfrm>
            <a:off x="839789" y="2962835"/>
            <a:ext cx="4919700" cy="334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2000"/>
              </a:spcAft>
              <a:buNone/>
            </a:pPr>
            <a:r>
              <a:rPr lang="en-GB"/>
              <a:t>Lorem ipsum dolor sit amet, consectetur adipiscing elit</a:t>
            </a:r>
            <a:endParaRPr/>
          </a:p>
        </p:txBody>
      </p:sp>
      <p:sp>
        <p:nvSpPr>
          <p:cNvPr id="241" name="Google Shape;241;p51"/>
          <p:cNvSpPr txBox="1"/>
          <p:nvPr>
            <p:ph idx="3" type="body"/>
          </p:nvPr>
        </p:nvSpPr>
        <p:spPr>
          <a:xfrm>
            <a:off x="6408176" y="1840654"/>
            <a:ext cx="4944000" cy="81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Second point</a:t>
            </a:r>
            <a:endParaRPr/>
          </a:p>
        </p:txBody>
      </p:sp>
      <p:sp>
        <p:nvSpPr>
          <p:cNvPr id="242" name="Google Shape;242;p51"/>
          <p:cNvSpPr txBox="1"/>
          <p:nvPr>
            <p:ph idx="4" type="body"/>
          </p:nvPr>
        </p:nvSpPr>
        <p:spPr>
          <a:xfrm>
            <a:off x="6408176" y="2962835"/>
            <a:ext cx="4944000" cy="334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2000"/>
              </a:spcAft>
              <a:buNone/>
            </a:pPr>
            <a:r>
              <a:rPr lang="en-GB"/>
              <a:t>Sed ut perspiciatis unde omnis iste natus error sit voluptatem</a:t>
            </a:r>
            <a:endParaRPr/>
          </a:p>
        </p:txBody>
      </p:sp>
      <p:sp>
        <p:nvSpPr>
          <p:cNvPr id="243" name="Google Shape;243;p51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</p:spPr>
        <p:txBody>
          <a:bodyPr anchorCtr="0" anchor="ctr" bIns="91425" lIns="900000" spcFirstLastPara="1" rIns="36000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of slide goes here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oung businesswoman working in office. (provided by Getty Images)" id="248" name="Google Shape;248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148" r="23143" t="0"/>
          <a:stretch/>
        </p:blipFill>
        <p:spPr>
          <a:xfrm>
            <a:off x="6665554" y="0"/>
            <a:ext cx="5526300" cy="68580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sp>
        <p:nvSpPr>
          <p:cNvPr id="249" name="Google Shape;249;p52"/>
          <p:cNvSpPr txBox="1"/>
          <p:nvPr>
            <p:ph idx="1" type="body"/>
          </p:nvPr>
        </p:nvSpPr>
        <p:spPr>
          <a:xfrm>
            <a:off x="839789" y="1759712"/>
            <a:ext cx="4919700" cy="428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Lorem ipsum dolor sit amet, consectetur adipiscing elit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Sed ut perspiciatis unde omnis iste natus error sit voluptatem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Ut enim ad minim veniam</a:t>
            </a:r>
            <a:endParaRPr/>
          </a:p>
        </p:txBody>
      </p:sp>
      <p:sp>
        <p:nvSpPr>
          <p:cNvPr id="250" name="Google Shape;250;p52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</p:spPr>
        <p:txBody>
          <a:bodyPr anchorCtr="0" anchor="ctr" bIns="91425" lIns="900000" spcFirstLastPara="1" rIns="36000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of slide goes here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lose up of a smart young woman coding (provided by Getty Images)" id="255" name="Google Shape;255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126" r="23126" t="0"/>
          <a:stretch/>
        </p:blipFill>
        <p:spPr>
          <a:xfrm>
            <a:off x="0" y="0"/>
            <a:ext cx="5526300" cy="68580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sp>
        <p:nvSpPr>
          <p:cNvPr id="256" name="Google Shape;256;p53"/>
          <p:cNvSpPr txBox="1"/>
          <p:nvPr>
            <p:ph idx="1" type="body"/>
          </p:nvPr>
        </p:nvSpPr>
        <p:spPr>
          <a:xfrm>
            <a:off x="6148832" y="485648"/>
            <a:ext cx="5170200" cy="4718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Lorem ipsum dolor sit amet, consectetur adipiscing elit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Sed ut perspiciatis unde omnis iste natus error sit voluptatem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Ut enim ad minim veniam</a:t>
            </a:r>
            <a:endParaRPr/>
          </a:p>
        </p:txBody>
      </p:sp>
      <p:sp>
        <p:nvSpPr>
          <p:cNvPr id="257" name="Google Shape;257;p53"/>
          <p:cNvSpPr txBox="1"/>
          <p:nvPr>
            <p:ph type="title"/>
          </p:nvPr>
        </p:nvSpPr>
        <p:spPr>
          <a:xfrm>
            <a:off x="-5000" y="5877000"/>
            <a:ext cx="12192000" cy="981000"/>
          </a:xfrm>
          <a:prstGeom prst="rect">
            <a:avLst/>
          </a:prstGeom>
        </p:spPr>
        <p:txBody>
          <a:bodyPr anchorCtr="0" anchor="ctr" bIns="91425" lIns="900000" spcFirstLastPara="1" rIns="36000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of slide goes here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view of a young woman coding at home (provided by Getty Images)" id="262" name="Google Shape;262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834" l="0" r="0" t="783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3" name="Google Shape;263;p54"/>
          <p:cNvSpPr txBox="1"/>
          <p:nvPr>
            <p:ph type="title"/>
          </p:nvPr>
        </p:nvSpPr>
        <p:spPr>
          <a:xfrm>
            <a:off x="-5000" y="5211425"/>
            <a:ext cx="12192000" cy="1646700"/>
          </a:xfrm>
          <a:prstGeom prst="rect">
            <a:avLst/>
          </a:prstGeom>
        </p:spPr>
        <p:txBody>
          <a:bodyPr anchorCtr="0" anchor="ctr" bIns="91425" lIns="900000" spcFirstLastPara="1" rIns="36000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of slide goes here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5"/>
          <p:cNvSpPr txBox="1"/>
          <p:nvPr>
            <p:ph idx="1" type="subTitle"/>
          </p:nvPr>
        </p:nvSpPr>
        <p:spPr>
          <a:xfrm>
            <a:off x="838200" y="1471168"/>
            <a:ext cx="4873800" cy="220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Presentation title goes here</a:t>
            </a:r>
            <a:endParaRPr/>
          </a:p>
        </p:txBody>
      </p:sp>
      <p:pic>
        <p:nvPicPr>
          <p:cNvPr descr="Black woman working from home office (provided by Getty Images)" id="269" name="Google Shape;269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204" r="23204" t="0"/>
          <a:stretch/>
        </p:blipFill>
        <p:spPr>
          <a:xfrm>
            <a:off x="6480080" y="1"/>
            <a:ext cx="4873800" cy="60615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sp>
        <p:nvSpPr>
          <p:cNvPr id="270" name="Google Shape;270;p55"/>
          <p:cNvSpPr txBox="1"/>
          <p:nvPr>
            <p:ph idx="3" type="body"/>
          </p:nvPr>
        </p:nvSpPr>
        <p:spPr>
          <a:xfrm>
            <a:off x="838200" y="4055871"/>
            <a:ext cx="4873800" cy="200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Presenter name or other details go here</a:t>
            </a:r>
            <a:endParaRPr/>
          </a:p>
        </p:txBody>
      </p:sp>
      <p:pic>
        <p:nvPicPr>
          <p:cNvPr descr="A purple flower with a white background&#10;&#10;AI-generated content may be incorrect." id="271" name="Google Shape;271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988" y="5444810"/>
            <a:ext cx="990212" cy="1137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exagon with white text and colorful dots&#10;&#10;AI-generated content may be incorrect." id="272" name="Google Shape;272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9872" y="5444810"/>
            <a:ext cx="985173" cy="1137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55" title="RLadies+ logo transparent bg_Horizontal-Lavender whit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000" y="611677"/>
            <a:ext cx="2415421" cy="6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emale leader with her team (provided by Getty Images)" id="278" name="Google Shape;278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220" r="22226" t="0"/>
          <a:stretch/>
        </p:blipFill>
        <p:spPr>
          <a:xfrm>
            <a:off x="0" y="0"/>
            <a:ext cx="5712000" cy="6858000"/>
          </a:xfrm>
          <a:prstGeom prst="rect">
            <a:avLst/>
          </a:prstGeom>
        </p:spPr>
      </p:pic>
      <p:sp>
        <p:nvSpPr>
          <p:cNvPr id="279" name="Google Shape;279;p56"/>
          <p:cNvSpPr txBox="1"/>
          <p:nvPr>
            <p:ph idx="1" type="subTitle"/>
          </p:nvPr>
        </p:nvSpPr>
        <p:spPr>
          <a:xfrm>
            <a:off x="6480080" y="1471168"/>
            <a:ext cx="4873800" cy="2206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Presentation title goes here</a:t>
            </a:r>
            <a:endParaRPr/>
          </a:p>
        </p:txBody>
      </p:sp>
      <p:sp>
        <p:nvSpPr>
          <p:cNvPr id="280" name="Google Shape;280;p56"/>
          <p:cNvSpPr txBox="1"/>
          <p:nvPr>
            <p:ph idx="3" type="body"/>
          </p:nvPr>
        </p:nvSpPr>
        <p:spPr>
          <a:xfrm>
            <a:off x="6480080" y="4055871"/>
            <a:ext cx="4873800" cy="200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Presenter name or other details go 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56" title="RLadies+ logo transparent bg_Horizontal-Lavender 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800" y="611677"/>
            <a:ext cx="2415421" cy="6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le programer working with laptop and coding on computer. (provided by Getty Images)" id="286" name="Google Shape;286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683" l="0" r="0" t="29687"/>
          <a:stretch/>
        </p:blipFill>
        <p:spPr>
          <a:xfrm>
            <a:off x="0" y="2117471"/>
            <a:ext cx="12192000" cy="33039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sp>
        <p:nvSpPr>
          <p:cNvPr id="287" name="Google Shape;287;p57"/>
          <p:cNvSpPr txBox="1"/>
          <p:nvPr>
            <p:ph idx="1" type="subTitle"/>
          </p:nvPr>
        </p:nvSpPr>
        <p:spPr>
          <a:xfrm>
            <a:off x="899375" y="5570760"/>
            <a:ext cx="9829800" cy="85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Presenter name or other details go here</a:t>
            </a:r>
            <a:endParaRPr/>
          </a:p>
        </p:txBody>
      </p:sp>
      <p:sp>
        <p:nvSpPr>
          <p:cNvPr id="288" name="Google Shape;288;p57"/>
          <p:cNvSpPr txBox="1"/>
          <p:nvPr>
            <p:ph type="title"/>
          </p:nvPr>
        </p:nvSpPr>
        <p:spPr>
          <a:xfrm>
            <a:off x="-3750" y="1129925"/>
            <a:ext cx="12192000" cy="987600"/>
          </a:xfrm>
          <a:prstGeom prst="rect">
            <a:avLst/>
          </a:prstGeom>
        </p:spPr>
        <p:txBody>
          <a:bodyPr anchorCtr="0" anchor="ctr" bIns="91425" lIns="900000" spcFirstLastPara="1" rIns="36000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of slide goes here</a:t>
            </a:r>
            <a:endParaRPr/>
          </a:p>
        </p:txBody>
      </p:sp>
      <p:pic>
        <p:nvPicPr>
          <p:cNvPr descr="A purple flower with a white background&#10;&#10;AI-generated content may be incorrect." id="289" name="Google Shape;289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36598" y="5651550"/>
            <a:ext cx="810297" cy="931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exagon with white text and colorful dots&#10;&#10;AI-generated content may be incorrect." id="290" name="Google Shape;290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06849" y="5651550"/>
            <a:ext cx="806172" cy="931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8"/>
          <p:cNvSpPr txBox="1"/>
          <p:nvPr>
            <p:ph idx="1" type="body"/>
          </p:nvPr>
        </p:nvSpPr>
        <p:spPr>
          <a:xfrm>
            <a:off x="839789" y="1840654"/>
            <a:ext cx="4919700" cy="81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First point</a:t>
            </a:r>
            <a:endParaRPr/>
          </a:p>
        </p:txBody>
      </p:sp>
      <p:sp>
        <p:nvSpPr>
          <p:cNvPr id="296" name="Google Shape;296;p58"/>
          <p:cNvSpPr txBox="1"/>
          <p:nvPr>
            <p:ph idx="2" type="body"/>
          </p:nvPr>
        </p:nvSpPr>
        <p:spPr>
          <a:xfrm>
            <a:off x="839789" y="2962835"/>
            <a:ext cx="4919700" cy="334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2000"/>
              </a:spcAft>
              <a:buNone/>
            </a:pPr>
            <a:r>
              <a:rPr lang="en-GB"/>
              <a:t>Lorem ipsum dolor sit amet, consectetur adipiscing elit</a:t>
            </a:r>
            <a:endParaRPr/>
          </a:p>
        </p:txBody>
      </p:sp>
      <p:sp>
        <p:nvSpPr>
          <p:cNvPr id="297" name="Google Shape;297;p58"/>
          <p:cNvSpPr txBox="1"/>
          <p:nvPr>
            <p:ph idx="3" type="body"/>
          </p:nvPr>
        </p:nvSpPr>
        <p:spPr>
          <a:xfrm>
            <a:off x="6408176" y="1840654"/>
            <a:ext cx="4944000" cy="81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GB"/>
              <a:t>Second point</a:t>
            </a:r>
            <a:endParaRPr/>
          </a:p>
        </p:txBody>
      </p:sp>
      <p:sp>
        <p:nvSpPr>
          <p:cNvPr id="298" name="Google Shape;298;p58"/>
          <p:cNvSpPr txBox="1"/>
          <p:nvPr>
            <p:ph idx="4" type="body"/>
          </p:nvPr>
        </p:nvSpPr>
        <p:spPr>
          <a:xfrm>
            <a:off x="6408176" y="2962835"/>
            <a:ext cx="4944000" cy="334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2000"/>
              </a:spcAft>
              <a:buNone/>
            </a:pPr>
            <a:r>
              <a:rPr lang="en-GB"/>
              <a:t>Sed ut perspiciatis unde omnis iste natus error sit voluptatem</a:t>
            </a:r>
            <a:endParaRPr/>
          </a:p>
        </p:txBody>
      </p:sp>
      <p:sp>
        <p:nvSpPr>
          <p:cNvPr id="299" name="Google Shape;299;p58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</p:spPr>
        <p:txBody>
          <a:bodyPr anchorCtr="0" anchor="ctr" bIns="91425" lIns="900000" spcFirstLastPara="1" rIns="36000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of slide goes here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gramer team working in modern office (provided by Getty Images)" id="304" name="Google Shape;304;p5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7353" r="27358" t="0"/>
          <a:stretch/>
        </p:blipFill>
        <p:spPr>
          <a:xfrm>
            <a:off x="6665554" y="0"/>
            <a:ext cx="5526300" cy="68580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sp>
        <p:nvSpPr>
          <p:cNvPr id="305" name="Google Shape;305;p59"/>
          <p:cNvSpPr txBox="1"/>
          <p:nvPr>
            <p:ph idx="1" type="body"/>
          </p:nvPr>
        </p:nvSpPr>
        <p:spPr>
          <a:xfrm>
            <a:off x="839789" y="1759712"/>
            <a:ext cx="4919700" cy="428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Lorem ipsum dolor sit amet, consectetur adipiscing elit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Sed ut perspiciatis unde omnis iste natus error sit voluptatem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Ut enim ad minim veniam</a:t>
            </a:r>
            <a:endParaRPr/>
          </a:p>
        </p:txBody>
      </p:sp>
      <p:sp>
        <p:nvSpPr>
          <p:cNvPr id="306" name="Google Shape;306;p59"/>
          <p:cNvSpPr txBox="1"/>
          <p:nvPr>
            <p:ph type="title"/>
          </p:nvPr>
        </p:nvSpPr>
        <p:spPr>
          <a:xfrm>
            <a:off x="-5000" y="448225"/>
            <a:ext cx="12192000" cy="981000"/>
          </a:xfrm>
          <a:prstGeom prst="rect">
            <a:avLst/>
          </a:prstGeom>
        </p:spPr>
        <p:txBody>
          <a:bodyPr anchorCtr="0" anchor="ctr" bIns="91425" lIns="900000" spcFirstLastPara="1" rIns="36000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of slide goes here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 view of IT developer team programming code on computer screen and brainstorming for new project at modern office. (provided by Getty Images)" id="311" name="Google Shape;311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148" r="23143" t="0"/>
          <a:stretch/>
        </p:blipFill>
        <p:spPr>
          <a:xfrm>
            <a:off x="0" y="0"/>
            <a:ext cx="5526300" cy="68580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sp>
        <p:nvSpPr>
          <p:cNvPr id="312" name="Google Shape;312;p60"/>
          <p:cNvSpPr txBox="1"/>
          <p:nvPr>
            <p:ph idx="1" type="body"/>
          </p:nvPr>
        </p:nvSpPr>
        <p:spPr>
          <a:xfrm>
            <a:off x="6148832" y="485648"/>
            <a:ext cx="5170200" cy="4718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Lorem ipsum dolor sit amet, consectetur adipiscing elit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Sed ut perspiciatis unde omnis iste natus error sit voluptatem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GB"/>
              <a:t>Ut enim ad minim veniam</a:t>
            </a:r>
            <a:endParaRPr/>
          </a:p>
        </p:txBody>
      </p:sp>
      <p:sp>
        <p:nvSpPr>
          <p:cNvPr id="313" name="Google Shape;313;p60"/>
          <p:cNvSpPr txBox="1"/>
          <p:nvPr>
            <p:ph type="title"/>
          </p:nvPr>
        </p:nvSpPr>
        <p:spPr>
          <a:xfrm>
            <a:off x="-5000" y="5877000"/>
            <a:ext cx="12192000" cy="981000"/>
          </a:xfrm>
          <a:prstGeom prst="rect">
            <a:avLst/>
          </a:prstGeom>
        </p:spPr>
        <p:txBody>
          <a:bodyPr anchorCtr="0" anchor="ctr" bIns="91425" lIns="900000" spcFirstLastPara="1" rIns="36000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of slide goes here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wo partnerships developing programming and coding technologies working on laptop and analyzing together. (provided by Getty Images)" id="318" name="Google Shape;318;p6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806" l="0" r="0" t="7798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19" name="Google Shape;319;p61"/>
          <p:cNvSpPr txBox="1"/>
          <p:nvPr>
            <p:ph type="title"/>
          </p:nvPr>
        </p:nvSpPr>
        <p:spPr>
          <a:xfrm>
            <a:off x="-5000" y="5211425"/>
            <a:ext cx="12192000" cy="1646700"/>
          </a:xfrm>
          <a:prstGeom prst="rect">
            <a:avLst/>
          </a:prstGeom>
        </p:spPr>
        <p:txBody>
          <a:bodyPr anchorCtr="0" anchor="ctr" bIns="91425" lIns="900000" spcFirstLastPara="1" rIns="36000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of slide goes here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RLadies+">
  <a:themeElements>
    <a:clrScheme name="RLadies+">
      <a:dk1>
        <a:srgbClr val="2F2F30"/>
      </a:dk1>
      <a:lt1>
        <a:srgbClr val="EDEDF4"/>
      </a:lt1>
      <a:dk2>
        <a:srgbClr val="881EF9"/>
      </a:dk2>
      <a:lt2>
        <a:srgbClr val="EDEDF4"/>
      </a:lt2>
      <a:accent1>
        <a:srgbClr val="146AF9"/>
      </a:accent1>
      <a:accent2>
        <a:srgbClr val="FF5B92"/>
      </a:accent2>
      <a:accent3>
        <a:srgbClr val="B779FB"/>
      </a:accent3>
      <a:accent4>
        <a:srgbClr val="7CADFC"/>
      </a:accent4>
      <a:accent5>
        <a:srgbClr val="841EF9"/>
      </a:accent5>
      <a:accent6>
        <a:srgbClr val="F87F24"/>
      </a:accent6>
      <a:hlink>
        <a:srgbClr val="146AF9"/>
      </a:hlink>
      <a:folHlink>
        <a:srgbClr val="FF5B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