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08" r:id="rId1"/>
    <p:sldMasterId id="2147483730" r:id="rId2"/>
    <p:sldMasterId id="2147483746" r:id="rId3"/>
  </p:sldMasterIdLst>
  <p:notesMasterIdLst>
    <p:notesMasterId r:id="rId19"/>
  </p:notesMasterIdLst>
  <p:handoutMasterIdLst>
    <p:handoutMasterId r:id="rId20"/>
  </p:handoutMasterIdLst>
  <p:sldIdLst>
    <p:sldId id="274" r:id="rId4"/>
    <p:sldId id="277" r:id="rId5"/>
    <p:sldId id="278" r:id="rId6"/>
    <p:sldId id="280" r:id="rId7"/>
    <p:sldId id="275" r:id="rId8"/>
    <p:sldId id="268" r:id="rId9"/>
    <p:sldId id="271" r:id="rId10"/>
    <p:sldId id="269" r:id="rId11"/>
    <p:sldId id="282" r:id="rId12"/>
    <p:sldId id="281" r:id="rId13"/>
    <p:sldId id="283" r:id="rId14"/>
    <p:sldId id="284" r:id="rId15"/>
    <p:sldId id="285" r:id="rId16"/>
    <p:sldId id="286" r:id="rId17"/>
    <p:sldId id="287" r:id="rId18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SemiBold" panose="00000700000000000000" pitchFamily="2" charset="0"/>
      <p:bold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F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7C0367-2604-4CAD-854D-8F0CE5D660FB}" v="7" dt="2026-02-18T08:41:55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201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305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358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anta Kou" userId="beb3d096496c6e56" providerId="LiveId" clId="{4A5CFB2B-C902-43CC-A169-74F0AC6FDACD}"/>
    <pc:docChg chg="undo redo custSel addSld delSld modSld sldOrd addMainMaster delMainMaster modMainMaster">
      <pc:chgData name="Miranta Kou" userId="beb3d096496c6e56" providerId="LiveId" clId="{4A5CFB2B-C902-43CC-A169-74F0AC6FDACD}" dt="2026-02-18T08:45:16.055" v="4092" actId="948"/>
      <pc:docMkLst>
        <pc:docMk/>
      </pc:docMkLst>
      <pc:sldChg chg="modSp mod">
        <pc:chgData name="Miranta Kou" userId="beb3d096496c6e56" providerId="LiveId" clId="{4A5CFB2B-C902-43CC-A169-74F0AC6FDACD}" dt="2026-01-29T14:37:15.392" v="4058" actId="14826"/>
        <pc:sldMkLst>
          <pc:docMk/>
          <pc:sldMk cId="815352014" sldId="269"/>
        </pc:sldMkLst>
        <pc:spChg chg="mod">
          <ac:chgData name="Miranta Kou" userId="beb3d096496c6e56" providerId="LiveId" clId="{4A5CFB2B-C902-43CC-A169-74F0AC6FDACD}" dt="2026-01-27T09:31:27.144" v="4039" actId="14100"/>
          <ac:spMkLst>
            <pc:docMk/>
            <pc:sldMk cId="815352014" sldId="269"/>
            <ac:spMk id="3" creationId="{B8EFEB7F-7EB8-B23D-DA5C-6839A10C4311}"/>
          </ac:spMkLst>
        </pc:spChg>
        <pc:picChg chg="mod">
          <ac:chgData name="Miranta Kou" userId="beb3d096496c6e56" providerId="LiveId" clId="{4A5CFB2B-C902-43CC-A169-74F0AC6FDACD}" dt="2026-01-29T14:37:15.392" v="4058" actId="14826"/>
          <ac:picMkLst>
            <pc:docMk/>
            <pc:sldMk cId="815352014" sldId="269"/>
            <ac:picMk id="5" creationId="{014A24A4-349C-538F-71AE-92F6BCE06079}"/>
          </ac:picMkLst>
        </pc:picChg>
      </pc:sldChg>
      <pc:sldChg chg="modSp">
        <pc:chgData name="Miranta Kou" userId="beb3d096496c6e56" providerId="LiveId" clId="{4A5CFB2B-C902-43CC-A169-74F0AC6FDACD}" dt="2026-01-29T14:36:48.385" v="4057" actId="14826"/>
        <pc:sldMkLst>
          <pc:docMk/>
          <pc:sldMk cId="501882128" sldId="271"/>
        </pc:sldMkLst>
        <pc:spChg chg="mod">
          <ac:chgData name="Miranta Kou" userId="beb3d096496c6e56" providerId="LiveId" clId="{4A5CFB2B-C902-43CC-A169-74F0AC6FDACD}" dt="2026-01-27T09:29:30.471" v="4036"/>
          <ac:spMkLst>
            <pc:docMk/>
            <pc:sldMk cId="501882128" sldId="271"/>
            <ac:spMk id="7" creationId="{DA4689C4-EB5A-A891-83FC-B1450C7331D2}"/>
          </ac:spMkLst>
        </pc:spChg>
        <pc:picChg chg="mod">
          <ac:chgData name="Miranta Kou" userId="beb3d096496c6e56" providerId="LiveId" clId="{4A5CFB2B-C902-43CC-A169-74F0AC6FDACD}" dt="2026-01-29T14:36:48.385" v="4057" actId="14826"/>
          <ac:picMkLst>
            <pc:docMk/>
            <pc:sldMk cId="501882128" sldId="271"/>
            <ac:picMk id="5" creationId="{7325CF76-94EE-6581-D16F-E00425FBE6E0}"/>
          </ac:picMkLst>
        </pc:picChg>
      </pc:sldChg>
      <pc:sldChg chg="addSp delSp modSp new mod">
        <pc:chgData name="Miranta Kou" userId="beb3d096496c6e56" providerId="LiveId" clId="{4A5CFB2B-C902-43CC-A169-74F0AC6FDACD}" dt="2026-01-29T14:35:49.522" v="4056" actId="18131"/>
        <pc:sldMkLst>
          <pc:docMk/>
          <pc:sldMk cId="2459221294" sldId="280"/>
        </pc:sldMkLst>
        <pc:picChg chg="mod modCrop">
          <ac:chgData name="Miranta Kou" userId="beb3d096496c6e56" providerId="LiveId" clId="{4A5CFB2B-C902-43CC-A169-74F0AC6FDACD}" dt="2026-01-29T14:35:49.522" v="4056" actId="18131"/>
          <ac:picMkLst>
            <pc:docMk/>
            <pc:sldMk cId="2459221294" sldId="280"/>
            <ac:picMk id="6" creationId="{3A3C8F85-D4D3-094C-343E-5E264C5956FE}"/>
          </ac:picMkLst>
        </pc:picChg>
      </pc:sldChg>
      <pc:sldChg chg="modSp">
        <pc:chgData name="Miranta Kou" userId="beb3d096496c6e56" providerId="LiveId" clId="{4A5CFB2B-C902-43CC-A169-74F0AC6FDACD}" dt="2026-01-29T14:37:30.064" v="4059" actId="14826"/>
        <pc:sldMkLst>
          <pc:docMk/>
          <pc:sldMk cId="3699460178" sldId="283"/>
        </pc:sldMkLst>
        <pc:picChg chg="mod">
          <ac:chgData name="Miranta Kou" userId="beb3d096496c6e56" providerId="LiveId" clId="{4A5CFB2B-C902-43CC-A169-74F0AC6FDACD}" dt="2026-01-29T14:37:30.064" v="4059" actId="14826"/>
          <ac:picMkLst>
            <pc:docMk/>
            <pc:sldMk cId="3699460178" sldId="283"/>
            <ac:picMk id="6" creationId="{FBB3A7DF-19DC-BCA1-EFC1-081890C20D46}"/>
          </ac:picMkLst>
        </pc:picChg>
      </pc:sldChg>
      <pc:sldChg chg="modSp">
        <pc:chgData name="Miranta Kou" userId="beb3d096496c6e56" providerId="LiveId" clId="{4A5CFB2B-C902-43CC-A169-74F0AC6FDACD}" dt="2026-01-29T14:37:41.549" v="4060" actId="14826"/>
        <pc:sldMkLst>
          <pc:docMk/>
          <pc:sldMk cId="438296481" sldId="286"/>
        </pc:sldMkLst>
        <pc:picChg chg="mod">
          <ac:chgData name="Miranta Kou" userId="beb3d096496c6e56" providerId="LiveId" clId="{4A5CFB2B-C902-43CC-A169-74F0AC6FDACD}" dt="2026-01-29T14:37:41.549" v="4060" actId="14826"/>
          <ac:picMkLst>
            <pc:docMk/>
            <pc:sldMk cId="438296481" sldId="286"/>
            <ac:picMk id="5" creationId="{369A3556-1F4E-5B21-DA9F-992E36960801}"/>
          </ac:picMkLst>
        </pc:picChg>
      </pc:sldChg>
      <pc:sldChg chg="modSp">
        <pc:chgData name="Miranta Kou" userId="beb3d096496c6e56" providerId="LiveId" clId="{4A5CFB2B-C902-43CC-A169-74F0AC6FDACD}" dt="2026-01-29T14:38:07.117" v="4061" actId="14826"/>
        <pc:sldMkLst>
          <pc:docMk/>
          <pc:sldMk cId="3689174516" sldId="287"/>
        </pc:sldMkLst>
        <pc:picChg chg="mod">
          <ac:chgData name="Miranta Kou" userId="beb3d096496c6e56" providerId="LiveId" clId="{4A5CFB2B-C902-43CC-A169-74F0AC6FDACD}" dt="2026-01-29T14:38:07.117" v="4061" actId="14826"/>
          <ac:picMkLst>
            <pc:docMk/>
            <pc:sldMk cId="3689174516" sldId="287"/>
            <ac:picMk id="5" creationId="{9C901529-A0A6-3D89-EB1D-75E6ED305DE0}"/>
          </ac:picMkLst>
        </pc:picChg>
      </pc:sldChg>
      <pc:sldMasterChg chg="modSldLayout">
        <pc:chgData name="Miranta Kou" userId="beb3d096496c6e56" providerId="LiveId" clId="{4A5CFB2B-C902-43CC-A169-74F0AC6FDACD}" dt="2026-02-18T08:43:04.880" v="4081" actId="2710"/>
        <pc:sldMasterMkLst>
          <pc:docMk/>
          <pc:sldMasterMk cId="2918877141" sldId="2147483708"/>
        </pc:sldMasterMkLst>
        <pc:sldLayoutChg chg="modSp mod">
          <pc:chgData name="Miranta Kou" userId="beb3d096496c6e56" providerId="LiveId" clId="{4A5CFB2B-C902-43CC-A169-74F0AC6FDACD}" dt="2026-02-18T08:40:01.581" v="4062" actId="948"/>
          <pc:sldLayoutMkLst>
            <pc:docMk/>
            <pc:sldMasterMk cId="2918877141" sldId="2147483708"/>
            <pc:sldLayoutMk cId="1122058781" sldId="2147483711"/>
          </pc:sldLayoutMkLst>
          <pc:spChg chg="mod">
            <ac:chgData name="Miranta Kou" userId="beb3d096496c6e56" providerId="LiveId" clId="{4A5CFB2B-C902-43CC-A169-74F0AC6FDACD}" dt="2026-02-18T08:40:01.581" v="4062" actId="948"/>
            <ac:spMkLst>
              <pc:docMk/>
              <pc:sldMasterMk cId="2918877141" sldId="2147483708"/>
              <pc:sldLayoutMk cId="1122058781" sldId="2147483711"/>
              <ac:spMk id="10" creationId="{427EBD60-757B-9736-C34F-7C817BF84C1E}"/>
            </ac:spMkLst>
          </pc:spChg>
        </pc:sldLayoutChg>
        <pc:sldLayoutChg chg="modSp mod">
          <pc:chgData name="Miranta Kou" userId="beb3d096496c6e56" providerId="LiveId" clId="{4A5CFB2B-C902-43CC-A169-74F0AC6FDACD}" dt="2026-02-18T08:40:10.797" v="4063" actId="948"/>
          <pc:sldLayoutMkLst>
            <pc:docMk/>
            <pc:sldMasterMk cId="2918877141" sldId="2147483708"/>
            <pc:sldLayoutMk cId="939997217" sldId="2147483713"/>
          </pc:sldLayoutMkLst>
          <pc:spChg chg="mod">
            <ac:chgData name="Miranta Kou" userId="beb3d096496c6e56" providerId="LiveId" clId="{4A5CFB2B-C902-43CC-A169-74F0AC6FDACD}" dt="2026-02-18T08:40:10.797" v="4063" actId="948"/>
            <ac:spMkLst>
              <pc:docMk/>
              <pc:sldMasterMk cId="2918877141" sldId="2147483708"/>
              <pc:sldLayoutMk cId="939997217" sldId="2147483713"/>
              <ac:spMk id="7" creationId="{02A4A056-DD4D-2AAF-73B8-3DDE95D02F5C}"/>
            </ac:spMkLst>
          </pc:spChg>
        </pc:sldLayoutChg>
        <pc:sldLayoutChg chg="modSp mod">
          <pc:chgData name="Miranta Kou" userId="beb3d096496c6e56" providerId="LiveId" clId="{4A5CFB2B-C902-43CC-A169-74F0AC6FDACD}" dt="2026-02-18T08:40:31.867" v="4064" actId="948"/>
          <pc:sldLayoutMkLst>
            <pc:docMk/>
            <pc:sldMasterMk cId="2918877141" sldId="2147483708"/>
            <pc:sldLayoutMk cId="3324825002" sldId="2147483714"/>
          </pc:sldLayoutMkLst>
          <pc:spChg chg="mod">
            <ac:chgData name="Miranta Kou" userId="beb3d096496c6e56" providerId="LiveId" clId="{4A5CFB2B-C902-43CC-A169-74F0AC6FDACD}" dt="2026-02-18T08:40:31.867" v="4064" actId="948"/>
            <ac:spMkLst>
              <pc:docMk/>
              <pc:sldMasterMk cId="2918877141" sldId="2147483708"/>
              <pc:sldLayoutMk cId="3324825002" sldId="2147483714"/>
              <ac:spMk id="10" creationId="{78370D90-17F9-366A-90E8-CE0881B2E556}"/>
            </ac:spMkLst>
          </pc:spChg>
        </pc:sldLayoutChg>
        <pc:sldLayoutChg chg="modSp mod">
          <pc:chgData name="Miranta Kou" userId="beb3d096496c6e56" providerId="LiveId" clId="{4A5CFB2B-C902-43CC-A169-74F0AC6FDACD}" dt="2026-02-18T08:40:42.765" v="4065" actId="948"/>
          <pc:sldLayoutMkLst>
            <pc:docMk/>
            <pc:sldMasterMk cId="2918877141" sldId="2147483708"/>
            <pc:sldLayoutMk cId="2067045648" sldId="2147483715"/>
          </pc:sldLayoutMkLst>
          <pc:spChg chg="mod">
            <ac:chgData name="Miranta Kou" userId="beb3d096496c6e56" providerId="LiveId" clId="{4A5CFB2B-C902-43CC-A169-74F0AC6FDACD}" dt="2026-02-18T08:40:42.765" v="4065" actId="948"/>
            <ac:spMkLst>
              <pc:docMk/>
              <pc:sldMasterMk cId="2918877141" sldId="2147483708"/>
              <pc:sldLayoutMk cId="2067045648" sldId="2147483715"/>
              <ac:spMk id="6" creationId="{BEDC2601-6F4B-D6E2-692C-59395CFBEAA9}"/>
            </ac:spMkLst>
          </pc:spChg>
        </pc:sldLayoutChg>
        <pc:sldLayoutChg chg="modSp mod">
          <pc:chgData name="Miranta Kou" userId="beb3d096496c6e56" providerId="LiveId" clId="{4A5CFB2B-C902-43CC-A169-74F0AC6FDACD}" dt="2026-02-18T08:40:52.697" v="4066" actId="948"/>
          <pc:sldLayoutMkLst>
            <pc:docMk/>
            <pc:sldMasterMk cId="2918877141" sldId="2147483708"/>
            <pc:sldLayoutMk cId="2753958992" sldId="2147483716"/>
          </pc:sldLayoutMkLst>
          <pc:spChg chg="mod">
            <ac:chgData name="Miranta Kou" userId="beb3d096496c6e56" providerId="LiveId" clId="{4A5CFB2B-C902-43CC-A169-74F0AC6FDACD}" dt="2026-02-18T08:40:52.697" v="4066" actId="948"/>
            <ac:spMkLst>
              <pc:docMk/>
              <pc:sldMasterMk cId="2918877141" sldId="2147483708"/>
              <pc:sldLayoutMk cId="2753958992" sldId="2147483716"/>
              <ac:spMk id="8" creationId="{6B5878F5-BAFB-505F-DC2E-35652B06D174}"/>
            </ac:spMkLst>
          </pc:spChg>
        </pc:sldLayoutChg>
        <pc:sldLayoutChg chg="modSp mod">
          <pc:chgData name="Miranta Kou" userId="beb3d096496c6e56" providerId="LiveId" clId="{4A5CFB2B-C902-43CC-A169-74F0AC6FDACD}" dt="2026-02-18T08:41:02.117" v="4067" actId="948"/>
          <pc:sldLayoutMkLst>
            <pc:docMk/>
            <pc:sldMasterMk cId="2918877141" sldId="2147483708"/>
            <pc:sldLayoutMk cId="2217647743" sldId="2147483719"/>
          </pc:sldLayoutMkLst>
          <pc:spChg chg="mod">
            <ac:chgData name="Miranta Kou" userId="beb3d096496c6e56" providerId="LiveId" clId="{4A5CFB2B-C902-43CC-A169-74F0AC6FDACD}" dt="2026-02-18T08:41:02.117" v="4067" actId="948"/>
            <ac:spMkLst>
              <pc:docMk/>
              <pc:sldMasterMk cId="2918877141" sldId="2147483708"/>
              <pc:sldLayoutMk cId="2217647743" sldId="2147483719"/>
              <ac:spMk id="11" creationId="{983C16EF-AE70-8B06-1E80-429C9C52A36F}"/>
            </ac:spMkLst>
          </pc:spChg>
        </pc:sldLayoutChg>
        <pc:sldLayoutChg chg="addSp modSp mod">
          <pc:chgData name="Miranta Kou" userId="beb3d096496c6e56" providerId="LiveId" clId="{4A5CFB2B-C902-43CC-A169-74F0AC6FDACD}" dt="2026-02-18T08:43:04.880" v="4081" actId="2710"/>
          <pc:sldLayoutMkLst>
            <pc:docMk/>
            <pc:sldMasterMk cId="2918877141" sldId="2147483708"/>
            <pc:sldLayoutMk cId="841265323" sldId="2147483721"/>
          </pc:sldLayoutMkLst>
          <pc:spChg chg="add mod">
            <ac:chgData name="Miranta Kou" userId="beb3d096496c6e56" providerId="LiveId" clId="{4A5CFB2B-C902-43CC-A169-74F0AC6FDACD}" dt="2026-02-18T08:41:51.129" v="4071"/>
            <ac:spMkLst>
              <pc:docMk/>
              <pc:sldMasterMk cId="2918877141" sldId="2147483708"/>
              <pc:sldLayoutMk cId="841265323" sldId="2147483721"/>
              <ac:spMk id="2" creationId="{11A66B5B-48DE-51AF-C2BF-B353904FE444}"/>
            </ac:spMkLst>
          </pc:spChg>
          <pc:spChg chg="mod">
            <ac:chgData name="Miranta Kou" userId="beb3d096496c6e56" providerId="LiveId" clId="{4A5CFB2B-C902-43CC-A169-74F0AC6FDACD}" dt="2026-02-18T08:43:04.880" v="4081" actId="2710"/>
            <ac:spMkLst>
              <pc:docMk/>
              <pc:sldMasterMk cId="2918877141" sldId="2147483708"/>
              <pc:sldLayoutMk cId="841265323" sldId="2147483721"/>
              <ac:spMk id="3" creationId="{FECE0C82-AD02-7F90-3545-72C719340E89}"/>
            </ac:spMkLst>
          </pc:spChg>
          <pc:spChg chg="add mod">
            <ac:chgData name="Miranta Kou" userId="beb3d096496c6e56" providerId="LiveId" clId="{4A5CFB2B-C902-43CC-A169-74F0AC6FDACD}" dt="2026-02-18T08:41:54.209" v="4072"/>
            <ac:spMkLst>
              <pc:docMk/>
              <pc:sldMasterMk cId="2918877141" sldId="2147483708"/>
              <pc:sldLayoutMk cId="841265323" sldId="2147483721"/>
              <ac:spMk id="4" creationId="{810230E1-BB81-A395-8B70-32D3FD13D820}"/>
            </ac:spMkLst>
          </pc:spChg>
        </pc:sldLayoutChg>
        <pc:sldLayoutChg chg="modSp mod">
          <pc:chgData name="Miranta Kou" userId="beb3d096496c6e56" providerId="LiveId" clId="{4A5CFB2B-C902-43CC-A169-74F0AC6FDACD}" dt="2026-02-18T08:41:10.981" v="4068" actId="948"/>
          <pc:sldLayoutMkLst>
            <pc:docMk/>
            <pc:sldMasterMk cId="2918877141" sldId="2147483708"/>
            <pc:sldLayoutMk cId="1988984734" sldId="2147483727"/>
          </pc:sldLayoutMkLst>
          <pc:spChg chg="mod">
            <ac:chgData name="Miranta Kou" userId="beb3d096496c6e56" providerId="LiveId" clId="{4A5CFB2B-C902-43CC-A169-74F0AC6FDACD}" dt="2026-02-18T08:41:10.981" v="4068" actId="948"/>
            <ac:spMkLst>
              <pc:docMk/>
              <pc:sldMasterMk cId="2918877141" sldId="2147483708"/>
              <pc:sldLayoutMk cId="1988984734" sldId="2147483727"/>
              <ac:spMk id="2" creationId="{1ADCA1A0-5F92-5E3A-3CCA-840320F73A7C}"/>
            </ac:spMkLst>
          </pc:spChg>
        </pc:sldLayoutChg>
      </pc:sldMasterChg>
      <pc:sldMasterChg chg="modSldLayout">
        <pc:chgData name="Miranta Kou" userId="beb3d096496c6e56" providerId="LiveId" clId="{4A5CFB2B-C902-43CC-A169-74F0AC6FDACD}" dt="2026-02-18T08:44:15.334" v="4087" actId="948"/>
        <pc:sldMasterMkLst>
          <pc:docMk/>
          <pc:sldMasterMk cId="696381949" sldId="2147483730"/>
        </pc:sldMasterMkLst>
        <pc:sldLayoutChg chg="modSp mod">
          <pc:chgData name="Miranta Kou" userId="beb3d096496c6e56" providerId="LiveId" clId="{4A5CFB2B-C902-43CC-A169-74F0AC6FDACD}" dt="2026-02-18T08:43:27.878" v="4082" actId="948"/>
          <pc:sldLayoutMkLst>
            <pc:docMk/>
            <pc:sldMasterMk cId="696381949" sldId="2147483730"/>
            <pc:sldLayoutMk cId="2268447699" sldId="2147483733"/>
          </pc:sldLayoutMkLst>
          <pc:spChg chg="mod">
            <ac:chgData name="Miranta Kou" userId="beb3d096496c6e56" providerId="LiveId" clId="{4A5CFB2B-C902-43CC-A169-74F0AC6FDACD}" dt="2026-02-18T08:43:27.878" v="4082" actId="948"/>
            <ac:spMkLst>
              <pc:docMk/>
              <pc:sldMasterMk cId="696381949" sldId="2147483730"/>
              <pc:sldLayoutMk cId="2268447699" sldId="2147483733"/>
              <ac:spMk id="10" creationId="{427EBD60-757B-9736-C34F-7C817BF84C1E}"/>
            </ac:spMkLst>
          </pc:spChg>
        </pc:sldLayoutChg>
        <pc:sldLayoutChg chg="modSp mod">
          <pc:chgData name="Miranta Kou" userId="beb3d096496c6e56" providerId="LiveId" clId="{4A5CFB2B-C902-43CC-A169-74F0AC6FDACD}" dt="2026-02-18T08:43:37.134" v="4083" actId="948"/>
          <pc:sldLayoutMkLst>
            <pc:docMk/>
            <pc:sldMasterMk cId="696381949" sldId="2147483730"/>
            <pc:sldLayoutMk cId="1454719337" sldId="2147483734"/>
          </pc:sldLayoutMkLst>
          <pc:spChg chg="mod">
            <ac:chgData name="Miranta Kou" userId="beb3d096496c6e56" providerId="LiveId" clId="{4A5CFB2B-C902-43CC-A169-74F0AC6FDACD}" dt="2026-02-18T08:43:37.134" v="4083" actId="948"/>
            <ac:spMkLst>
              <pc:docMk/>
              <pc:sldMasterMk cId="696381949" sldId="2147483730"/>
              <pc:sldLayoutMk cId="1454719337" sldId="2147483734"/>
              <ac:spMk id="7" creationId="{02A4A056-DD4D-2AAF-73B8-3DDE95D02F5C}"/>
            </ac:spMkLst>
          </pc:spChg>
        </pc:sldLayoutChg>
        <pc:sldLayoutChg chg="modSp mod">
          <pc:chgData name="Miranta Kou" userId="beb3d096496c6e56" providerId="LiveId" clId="{4A5CFB2B-C902-43CC-A169-74F0AC6FDACD}" dt="2026-02-18T08:43:47.966" v="4084" actId="948"/>
          <pc:sldLayoutMkLst>
            <pc:docMk/>
            <pc:sldMasterMk cId="696381949" sldId="2147483730"/>
            <pc:sldLayoutMk cId="3260920057" sldId="2147483735"/>
          </pc:sldLayoutMkLst>
          <pc:spChg chg="mod">
            <ac:chgData name="Miranta Kou" userId="beb3d096496c6e56" providerId="LiveId" clId="{4A5CFB2B-C902-43CC-A169-74F0AC6FDACD}" dt="2026-02-18T08:43:47.966" v="4084" actId="948"/>
            <ac:spMkLst>
              <pc:docMk/>
              <pc:sldMasterMk cId="696381949" sldId="2147483730"/>
              <pc:sldLayoutMk cId="3260920057" sldId="2147483735"/>
              <ac:spMk id="2" creationId="{534A59DA-8842-0D4C-50D6-CF610B055A6B}"/>
            </ac:spMkLst>
          </pc:spChg>
        </pc:sldLayoutChg>
        <pc:sldLayoutChg chg="modSp mod">
          <pc:chgData name="Miranta Kou" userId="beb3d096496c6e56" providerId="LiveId" clId="{4A5CFB2B-C902-43CC-A169-74F0AC6FDACD}" dt="2026-02-18T08:43:57.135" v="4085" actId="948"/>
          <pc:sldLayoutMkLst>
            <pc:docMk/>
            <pc:sldMasterMk cId="696381949" sldId="2147483730"/>
            <pc:sldLayoutMk cId="3496981914" sldId="2147483736"/>
          </pc:sldLayoutMkLst>
          <pc:spChg chg="mod">
            <ac:chgData name="Miranta Kou" userId="beb3d096496c6e56" providerId="LiveId" clId="{4A5CFB2B-C902-43CC-A169-74F0AC6FDACD}" dt="2026-02-18T08:43:57.135" v="4085" actId="948"/>
            <ac:spMkLst>
              <pc:docMk/>
              <pc:sldMasterMk cId="696381949" sldId="2147483730"/>
              <pc:sldLayoutMk cId="3496981914" sldId="2147483736"/>
              <ac:spMk id="2" creationId="{BBB10A50-185D-8125-3A6C-2D6015D9CFBD}"/>
            </ac:spMkLst>
          </pc:spChg>
        </pc:sldLayoutChg>
        <pc:sldLayoutChg chg="modSp mod">
          <pc:chgData name="Miranta Kou" userId="beb3d096496c6e56" providerId="LiveId" clId="{4A5CFB2B-C902-43CC-A169-74F0AC6FDACD}" dt="2026-02-18T08:44:06.109" v="4086" actId="948"/>
          <pc:sldLayoutMkLst>
            <pc:docMk/>
            <pc:sldMasterMk cId="696381949" sldId="2147483730"/>
            <pc:sldLayoutMk cId="1857913807" sldId="2147483737"/>
          </pc:sldLayoutMkLst>
          <pc:spChg chg="mod">
            <ac:chgData name="Miranta Kou" userId="beb3d096496c6e56" providerId="LiveId" clId="{4A5CFB2B-C902-43CC-A169-74F0AC6FDACD}" dt="2026-02-18T08:44:06.109" v="4086" actId="948"/>
            <ac:spMkLst>
              <pc:docMk/>
              <pc:sldMasterMk cId="696381949" sldId="2147483730"/>
              <pc:sldLayoutMk cId="1857913807" sldId="2147483737"/>
              <ac:spMk id="2" creationId="{C70F60FB-8EB4-8110-728D-D6A5E006FF08}"/>
            </ac:spMkLst>
          </pc:spChg>
        </pc:sldLayoutChg>
        <pc:sldLayoutChg chg="modSp mod">
          <pc:chgData name="Miranta Kou" userId="beb3d096496c6e56" providerId="LiveId" clId="{4A5CFB2B-C902-43CC-A169-74F0AC6FDACD}" dt="2026-02-18T08:44:15.334" v="4087" actId="948"/>
          <pc:sldLayoutMkLst>
            <pc:docMk/>
            <pc:sldMasterMk cId="696381949" sldId="2147483730"/>
            <pc:sldLayoutMk cId="2870538435" sldId="2147483738"/>
          </pc:sldLayoutMkLst>
          <pc:spChg chg="mod">
            <ac:chgData name="Miranta Kou" userId="beb3d096496c6e56" providerId="LiveId" clId="{4A5CFB2B-C902-43CC-A169-74F0AC6FDACD}" dt="2026-02-18T08:44:15.334" v="4087" actId="948"/>
            <ac:spMkLst>
              <pc:docMk/>
              <pc:sldMasterMk cId="696381949" sldId="2147483730"/>
              <pc:sldLayoutMk cId="2870538435" sldId="2147483738"/>
              <ac:spMk id="2" creationId="{3D8497AA-54E2-7F8B-EC28-95133C119A5C}"/>
            </ac:spMkLst>
          </pc:spChg>
        </pc:sldLayoutChg>
      </pc:sldMasterChg>
      <pc:sldMasterChg chg="modSldLayout">
        <pc:chgData name="Miranta Kou" userId="beb3d096496c6e56" providerId="LiveId" clId="{4A5CFB2B-C902-43CC-A169-74F0AC6FDACD}" dt="2026-02-18T08:45:16.055" v="4092" actId="948"/>
        <pc:sldMasterMkLst>
          <pc:docMk/>
          <pc:sldMasterMk cId="639432156" sldId="2147483746"/>
        </pc:sldMasterMkLst>
        <pc:sldLayoutChg chg="modSp mod">
          <pc:chgData name="Miranta Kou" userId="beb3d096496c6e56" providerId="LiveId" clId="{4A5CFB2B-C902-43CC-A169-74F0AC6FDACD}" dt="2026-02-18T08:44:34.934" v="4088" actId="948"/>
          <pc:sldLayoutMkLst>
            <pc:docMk/>
            <pc:sldMasterMk cId="639432156" sldId="2147483746"/>
            <pc:sldLayoutMk cId="4173130695" sldId="2147483749"/>
          </pc:sldLayoutMkLst>
          <pc:spChg chg="mod">
            <ac:chgData name="Miranta Kou" userId="beb3d096496c6e56" providerId="LiveId" clId="{4A5CFB2B-C902-43CC-A169-74F0AC6FDACD}" dt="2026-02-18T08:44:34.934" v="4088" actId="948"/>
            <ac:spMkLst>
              <pc:docMk/>
              <pc:sldMasterMk cId="639432156" sldId="2147483746"/>
              <pc:sldLayoutMk cId="4173130695" sldId="2147483749"/>
              <ac:spMk id="10" creationId="{427EBD60-757B-9736-C34F-7C817BF84C1E}"/>
            </ac:spMkLst>
          </pc:spChg>
        </pc:sldLayoutChg>
        <pc:sldLayoutChg chg="modSp mod">
          <pc:chgData name="Miranta Kou" userId="beb3d096496c6e56" providerId="LiveId" clId="{4A5CFB2B-C902-43CC-A169-74F0AC6FDACD}" dt="2026-02-18T08:44:43.559" v="4089" actId="948"/>
          <pc:sldLayoutMkLst>
            <pc:docMk/>
            <pc:sldMasterMk cId="639432156" sldId="2147483746"/>
            <pc:sldLayoutMk cId="1851876860" sldId="2147483750"/>
          </pc:sldLayoutMkLst>
          <pc:spChg chg="mod">
            <ac:chgData name="Miranta Kou" userId="beb3d096496c6e56" providerId="LiveId" clId="{4A5CFB2B-C902-43CC-A169-74F0AC6FDACD}" dt="2026-02-18T08:44:43.559" v="4089" actId="948"/>
            <ac:spMkLst>
              <pc:docMk/>
              <pc:sldMasterMk cId="639432156" sldId="2147483746"/>
              <pc:sldLayoutMk cId="1851876860" sldId="2147483750"/>
              <ac:spMk id="2" creationId="{07C4343D-52F3-3E56-28CF-B0C73F9BF797}"/>
            </ac:spMkLst>
          </pc:spChg>
        </pc:sldLayoutChg>
        <pc:sldLayoutChg chg="modSp mod">
          <pc:chgData name="Miranta Kou" userId="beb3d096496c6e56" providerId="LiveId" clId="{4A5CFB2B-C902-43CC-A169-74F0AC6FDACD}" dt="2026-02-18T08:44:54.399" v="4090" actId="948"/>
          <pc:sldLayoutMkLst>
            <pc:docMk/>
            <pc:sldMasterMk cId="639432156" sldId="2147483746"/>
            <pc:sldLayoutMk cId="2696632426" sldId="2147483752"/>
          </pc:sldLayoutMkLst>
          <pc:spChg chg="mod">
            <ac:chgData name="Miranta Kou" userId="beb3d096496c6e56" providerId="LiveId" clId="{4A5CFB2B-C902-43CC-A169-74F0AC6FDACD}" dt="2026-02-18T08:44:54.399" v="4090" actId="948"/>
            <ac:spMkLst>
              <pc:docMk/>
              <pc:sldMasterMk cId="639432156" sldId="2147483746"/>
              <pc:sldLayoutMk cId="2696632426" sldId="2147483752"/>
              <ac:spMk id="3" creationId="{DDBDB1F5-D8DC-FEF6-88DE-51B019D50431}"/>
            </ac:spMkLst>
          </pc:spChg>
        </pc:sldLayoutChg>
        <pc:sldLayoutChg chg="modSp mod">
          <pc:chgData name="Miranta Kou" userId="beb3d096496c6e56" providerId="LiveId" clId="{4A5CFB2B-C902-43CC-A169-74F0AC6FDACD}" dt="2026-02-18T08:45:05.078" v="4091" actId="948"/>
          <pc:sldLayoutMkLst>
            <pc:docMk/>
            <pc:sldMasterMk cId="639432156" sldId="2147483746"/>
            <pc:sldLayoutMk cId="434522544" sldId="2147483753"/>
          </pc:sldLayoutMkLst>
          <pc:spChg chg="mod">
            <ac:chgData name="Miranta Kou" userId="beb3d096496c6e56" providerId="LiveId" clId="{4A5CFB2B-C902-43CC-A169-74F0AC6FDACD}" dt="2026-02-18T08:45:05.078" v="4091" actId="948"/>
            <ac:spMkLst>
              <pc:docMk/>
              <pc:sldMasterMk cId="639432156" sldId="2147483746"/>
              <pc:sldLayoutMk cId="434522544" sldId="2147483753"/>
              <ac:spMk id="6" creationId="{96526FD6-1E9E-0CDC-164D-B734F193EC71}"/>
            </ac:spMkLst>
          </pc:spChg>
        </pc:sldLayoutChg>
        <pc:sldLayoutChg chg="modSp mod">
          <pc:chgData name="Miranta Kou" userId="beb3d096496c6e56" providerId="LiveId" clId="{4A5CFB2B-C902-43CC-A169-74F0AC6FDACD}" dt="2026-02-18T08:45:16.055" v="4092" actId="948"/>
          <pc:sldLayoutMkLst>
            <pc:docMk/>
            <pc:sldMasterMk cId="639432156" sldId="2147483746"/>
            <pc:sldLayoutMk cId="415979658" sldId="2147483754"/>
          </pc:sldLayoutMkLst>
          <pc:spChg chg="mod">
            <ac:chgData name="Miranta Kou" userId="beb3d096496c6e56" providerId="LiveId" clId="{4A5CFB2B-C902-43CC-A169-74F0AC6FDACD}" dt="2026-02-18T08:45:16.055" v="4092" actId="948"/>
            <ac:spMkLst>
              <pc:docMk/>
              <pc:sldMasterMk cId="639432156" sldId="2147483746"/>
              <pc:sldLayoutMk cId="415979658" sldId="2147483754"/>
              <ac:spMk id="3" creationId="{4F4344F6-42C2-1189-E78D-9AFE7C3A2BC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75EEA9-07D6-DB6A-35A7-C3141C96F1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5C220-3FE5-311D-D72B-9551DCCA9B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A98D4-6BF7-4E66-8FD0-FF933E575B5F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7F70D-96EA-11FC-8759-E81FE6805D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80F4B-11CB-B0AC-A427-548273976D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0F52B-79BC-4E69-8A7F-40A953D9B8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033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D0581-D573-4786-B3A2-809CE204A368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50A7D-F792-4E44-A4CB-337F98BED2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357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E54AAFA-D004-D28E-BDE0-3598BCC8FC4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0" y="0"/>
            <a:ext cx="5711920" cy="6857999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E728F63-4C34-08DF-4C0D-7AED5BB81D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80080" y="1471168"/>
            <a:ext cx="4873720" cy="2206752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744F98F-261E-C6E3-0C4D-096A32F403D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80080" y="4055871"/>
            <a:ext cx="4873720" cy="200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886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37D2BD-DF48-46B7-45B1-7FB888E00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71168"/>
            <a:ext cx="4873720" cy="2206752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A97107C-BBDD-0471-4C8F-C41D6EEB57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480080" y="1"/>
            <a:ext cx="4873720" cy="6061588"/>
          </a:xfrm>
          <a:prstGeom prst="round2SameRect">
            <a:avLst>
              <a:gd name="adj1" fmla="val 0"/>
              <a:gd name="adj2" fmla="val 5000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7545E9A-6724-BBB2-1041-B108A707684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38200" y="4055871"/>
            <a:ext cx="4873720" cy="200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05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D24F8E9-C407-491E-DEDD-C3C0ABE1150A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0" y="1849121"/>
            <a:ext cx="12192000" cy="3304032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7D2BD-DF48-46B7-45B1-7FB888E00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242560"/>
            <a:ext cx="9829800" cy="888701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27EBD60-757B-9736-C34F-7C817BF84C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rot="16200000">
            <a:off x="5143782" y="-4008740"/>
            <a:ext cx="1428955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40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05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11C2-885D-E544-0EB4-A6DFC347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8159"/>
            <a:ext cx="10515600" cy="4140693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59682-69E4-1767-8C99-4B5F3B1C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BC973-C44B-3871-CA8F-65D11852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72BB-0D8D-3C3C-0AC3-F6A9AE8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A4A056-DD4D-2AAF-73B8-3DDE95D02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999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5F270-DE91-34BC-4C74-0E7B2C66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37BA7-B848-D42F-D819-8FD3A467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D9A04-E90F-8597-1546-76ACABB5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D15B3CF-D94C-AC8A-39DD-AB88A06B8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026025"/>
            <a:ext cx="4919806" cy="40161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B1D0318-AC97-44AB-64F7-51FBCB037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176" y="2026025"/>
            <a:ext cx="4944035" cy="40161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8370D90-17F9-366A-90E8-CE0881B2E5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482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s tit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B8293-A4EF-2B59-9378-19A9C346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7FF80-30F0-F043-FAFD-27DF9262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CF047-CEC5-282A-4524-8CF2EEA5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48339F9-0A54-8184-0FC2-8309528E80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14804"/>
            <a:ext cx="4919806" cy="814387"/>
          </a:xfrm>
        </p:spPr>
        <p:txBody>
          <a:bodyPr anchor="ctr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6146E2D-1031-DDC9-5548-4C85925DE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2835"/>
            <a:ext cx="4919806" cy="33433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C8A5CB9-E431-AC4C-61CA-05EFD9742D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8176" y="1914804"/>
            <a:ext cx="4944035" cy="814387"/>
          </a:xfrm>
        </p:spPr>
        <p:txBody>
          <a:bodyPr anchor="ctr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ED1B020-D6BE-174B-8379-9C215148A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176" y="2962835"/>
            <a:ext cx="4944035" cy="33433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EDC2601-6F4B-D6E2-692C-59395CFBEA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704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CB123-1D17-9B02-EBFD-15B01B88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FC0AC-3C6B-CA11-6EED-D560C949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AE630-22DA-9001-B809-5EF158B0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B5878F5-BAFB-505F-DC2E-35652B06D1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395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9C8C657-A9C6-4473-A968-DD23CBAB2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5554" y="0"/>
            <a:ext cx="5526446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DCC803F-B32E-03E0-5469-40B76EC8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59712"/>
            <a:ext cx="4919806" cy="42825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83C16EF-AE70-8B06-1E80-429C9C52A3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764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3DCD1-50BA-850A-A57D-BFDF5FC0F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5526446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ADCA1A0-5F92-5E3A-3CCA-840320F73A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6194077" y="970757"/>
            <a:ext cx="1279083" cy="107167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</p:spPr>
        <p:txBody>
          <a:bodyPr vert="eaVert" lIns="108000" tIns="360000" rIns="0" bIns="108000"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0C76-16B5-B765-BB18-C280CE20E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8832" y="485648"/>
            <a:ext cx="5170294" cy="4718304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98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4CBB0-871F-7E3A-F31D-B2C10A5C9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3673" y="537882"/>
            <a:ext cx="5526446" cy="6320118"/>
          </a:xfrm>
          <a:prstGeom prst="round2SameRect">
            <a:avLst>
              <a:gd name="adj1" fmla="val 5000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956F99-D723-1C00-99A3-8816F5C1EE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880412" y="676835"/>
            <a:ext cx="4473388" cy="5643282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486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ECE0C82-AD02-7F90-3545-72C719340E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6750305" y="-3901442"/>
            <a:ext cx="816864" cy="1006653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</p:spPr>
        <p:txBody>
          <a:bodyPr vert="eaVert" lIns="288000" tIns="648000" rIns="108000" bIns="108000" anchor="ctr">
            <a:no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265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2D7DE0C-FA69-4DF4-B8C7-173C5672F1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250259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5121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E8DE468-EB10-859C-1DF1-4F6EE7A1F1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4298581" y="179068"/>
            <a:ext cx="3025588" cy="11622742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108000" bIns="108000" anchor="t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924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734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6498F58-EFB8-6AF8-741C-4FB41DA845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66368"/>
            <a:ext cx="10515600" cy="6791632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32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E54AAFA-D004-D28E-BDE0-3598BCC8FC4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0" y="0"/>
            <a:ext cx="5711920" cy="6857999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E728F63-4C34-08DF-4C0D-7AED5BB81D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80080" y="1471168"/>
            <a:ext cx="4873720" cy="2206752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744F98F-261E-C6E3-0C4D-096A32F403D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80080" y="4055871"/>
            <a:ext cx="4873720" cy="200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6229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37D2BD-DF48-46B7-45B1-7FB888E00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71168"/>
            <a:ext cx="4873720" cy="2206752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4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A97107C-BBDD-0471-4C8F-C41D6EEB57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480080" y="1"/>
            <a:ext cx="4873720" cy="6061588"/>
          </a:xfrm>
          <a:prstGeom prst="round2SameRect">
            <a:avLst>
              <a:gd name="adj1" fmla="val 0"/>
              <a:gd name="adj2" fmla="val 5000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7545E9A-6724-BBB2-1041-B108A707684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38200" y="4055871"/>
            <a:ext cx="4873720" cy="200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57096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D24F8E9-C407-491E-DEDD-C3C0ABE1150A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0" y="1849121"/>
            <a:ext cx="12192000" cy="3304032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7D2BD-DF48-46B7-45B1-7FB888E00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242560"/>
            <a:ext cx="9829800" cy="888701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27EBD60-757B-9736-C34F-7C817BF84C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rot="16200000">
            <a:off x="5143782" y="-4008740"/>
            <a:ext cx="1428955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40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8447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11C2-885D-E544-0EB4-A6DFC347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8159"/>
            <a:ext cx="10515600" cy="4140693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59682-69E4-1767-8C99-4B5F3B1C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BC973-C44B-3871-CA8F-65D11852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72BB-0D8D-3C3C-0AC3-F6A9AE8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A4A056-DD4D-2AAF-73B8-3DDE95D02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719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5F270-DE91-34BC-4C74-0E7B2C66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37BA7-B848-D42F-D819-8FD3A467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D9A04-E90F-8597-1546-76ACABB5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D15B3CF-D94C-AC8A-39DD-AB88A06B8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026025"/>
            <a:ext cx="4919806" cy="40161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B1D0318-AC97-44AB-64F7-51FBCB037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176" y="2026025"/>
            <a:ext cx="4944035" cy="40161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34A59DA-8842-0D4C-50D6-CF610B055A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09200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s tit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B8293-A4EF-2B59-9378-19A9C346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7FF80-30F0-F043-FAFD-27DF9262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CF047-CEC5-282A-4524-8CF2EEA5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48339F9-0A54-8184-0FC2-8309528E80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14804"/>
            <a:ext cx="4919806" cy="814387"/>
          </a:xfrm>
        </p:spPr>
        <p:txBody>
          <a:bodyPr anchor="ctr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6146E2D-1031-DDC9-5548-4C85925DE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2835"/>
            <a:ext cx="4919806" cy="33433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C8A5CB9-E431-AC4C-61CA-05EFD9742D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8176" y="1914804"/>
            <a:ext cx="4944035" cy="814387"/>
          </a:xfrm>
        </p:spPr>
        <p:txBody>
          <a:bodyPr anchor="ctr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ED1B020-D6BE-174B-8379-9C215148A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176" y="2962835"/>
            <a:ext cx="4944035" cy="33433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BB10A50-185D-8125-3A6C-2D6015D9CF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6981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CB123-1D17-9B02-EBFD-15B01B88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FC0AC-3C6B-CA11-6EED-D560C949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AE630-22DA-9001-B809-5EF158B0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70F60FB-8EB4-8110-728D-D6A5E006FF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913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9C8C657-A9C6-4473-A968-DD23CBAB2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5554" y="0"/>
            <a:ext cx="5526446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DCC803F-B32E-03E0-5469-40B76EC8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59712"/>
            <a:ext cx="4919806" cy="42825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D8497AA-54E2-7F8B-EC28-95133C119A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5384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3DCD1-50BA-850A-A57D-BFDF5FC0F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5526446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ADCA1A0-5F92-5E3A-3CCA-840320F73A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6194077" y="970757"/>
            <a:ext cx="1279083" cy="107167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</p:spPr>
        <p:txBody>
          <a:bodyPr vert="eaVert" lIns="108000" tIns="360000" rIns="0" bIns="10800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0C76-16B5-B765-BB18-C280CE20E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8832" y="485648"/>
            <a:ext cx="5170294" cy="4718304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9669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4CBB0-871F-7E3A-F31D-B2C10A5C9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3673" y="537882"/>
            <a:ext cx="5526446" cy="6320118"/>
          </a:xfrm>
          <a:prstGeom prst="round2SameRect">
            <a:avLst>
              <a:gd name="adj1" fmla="val 5000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956F99-D723-1C00-99A3-8816F5C1EE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880412" y="676835"/>
            <a:ext cx="4473388" cy="5643282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68258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ECE0C82-AD02-7F90-3545-72C719340E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6687842" y="-3847009"/>
            <a:ext cx="824892" cy="99496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</p:spPr>
        <p:txBody>
          <a:bodyPr vert="eaVert" lIns="288000" tIns="648000" rIns="108000" bIns="108000" anchor="ctr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7306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2D7DE0C-FA69-4DF4-B8C7-173C5672F1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250259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38867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E8DE468-EB10-859C-1DF1-4F6EE7A1F1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4298581" y="179068"/>
            <a:ext cx="3025588" cy="11622742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bg1"/>
          </a:solidFill>
        </p:spPr>
        <p:txBody>
          <a:bodyPr vert="eaVert" lIns="108000" tIns="900000" rIns="108000" bIns="108000" anchor="t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786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3564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6498F58-EFB8-6AF8-741C-4FB41DA845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66368"/>
            <a:ext cx="10515600" cy="6791632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3574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E54AAFA-D004-D28E-BDE0-3598BCC8FC4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0" y="0"/>
            <a:ext cx="5711920" cy="6857999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E728F63-4C34-08DF-4C0D-7AED5BB81D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80080" y="1471168"/>
            <a:ext cx="4873720" cy="2206752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744F98F-261E-C6E3-0C4D-096A32F403D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80080" y="4055871"/>
            <a:ext cx="4873720" cy="200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09643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37D2BD-DF48-46B7-45B1-7FB888E00B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71168"/>
            <a:ext cx="4873720" cy="2206752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4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A97107C-BBDD-0471-4C8F-C41D6EEB57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480080" y="1"/>
            <a:ext cx="4873720" cy="6061588"/>
          </a:xfrm>
          <a:prstGeom prst="round2SameRect">
            <a:avLst>
              <a:gd name="adj1" fmla="val 0"/>
              <a:gd name="adj2" fmla="val 5000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7545E9A-6724-BBB2-1041-B108A707684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38200" y="4055871"/>
            <a:ext cx="4873720" cy="2005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1124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logo &amp;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D24F8E9-C407-491E-DEDD-C3C0ABE1150A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0" y="1849121"/>
            <a:ext cx="12192000" cy="3304032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7D2BD-DF48-46B7-45B1-7FB888E00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242560"/>
            <a:ext cx="9829800" cy="888701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A9C1D-4E82-25B5-DFE1-3C75EC672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E119-6017-101C-475A-2D81237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FB44A-0333-6DCA-D880-E2457453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27EBD60-757B-9736-C34F-7C817BF84C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rot="16200000">
            <a:off x="5143782" y="-4008740"/>
            <a:ext cx="1428955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40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31306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11C2-885D-E544-0EB4-A6DFC347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8159"/>
            <a:ext cx="10515600" cy="4140693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59682-69E4-1767-8C99-4B5F3B1C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BC973-C44B-3871-CA8F-65D11852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172BB-0D8D-3C3C-0AC3-F6A9AE8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7C4343D-52F3-3E56-28CF-B0C73F9BF7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18768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5F270-DE91-34BC-4C74-0E7B2C66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37BA7-B848-D42F-D819-8FD3A467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D9A04-E90F-8597-1546-76ACABB5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D15B3CF-D94C-AC8A-39DD-AB88A06B8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026025"/>
            <a:ext cx="4919806" cy="40161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B1D0318-AC97-44AB-64F7-51FBCB037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176" y="2026025"/>
            <a:ext cx="4944035" cy="40161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E6C31F9-869D-9456-2445-A20B49071D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86926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s tit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0B8293-A4EF-2B59-9378-19A9C346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D7FF80-30F0-F043-FAFD-27DF92624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CF047-CEC5-282A-4524-8CF2EEA5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48339F9-0A54-8184-0FC2-8309528E80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14804"/>
            <a:ext cx="4919806" cy="814387"/>
          </a:xfrm>
        </p:spPr>
        <p:txBody>
          <a:bodyPr anchor="ctr"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6146E2D-1031-DDC9-5548-4C85925DE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2835"/>
            <a:ext cx="4919806" cy="33433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C8A5CB9-E431-AC4C-61CA-05EFD9742D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8176" y="1914804"/>
            <a:ext cx="4944035" cy="814387"/>
          </a:xfrm>
        </p:spPr>
        <p:txBody>
          <a:bodyPr anchor="ctr"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ED1B020-D6BE-174B-8379-9C215148A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8176" y="2962835"/>
            <a:ext cx="4944035" cy="33433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DBDB1F5-D8DC-FEF6-88DE-51B019D504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66324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CB123-1D17-9B02-EBFD-15B01B88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FC0AC-3C6B-CA11-6EED-D560C949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AE630-22DA-9001-B809-5EF158B0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6526FD6-1E9E-0CDC-164D-B734F193EC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45225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9C8C657-A9C6-4473-A968-DD23CBAB2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5554" y="0"/>
            <a:ext cx="5526446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DCC803F-B32E-03E0-5469-40B76EC8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1759712"/>
            <a:ext cx="4919806" cy="42825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4F4344F6-42C2-1189-E78D-9AFE7C3A2B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4960435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lnSpc>
                <a:spcPct val="120000"/>
              </a:lnSpc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9796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3DCD1-50BA-850A-A57D-BFDF5FC0F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5526446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0C76-16B5-B765-BB18-C280CE20E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8832" y="485648"/>
            <a:ext cx="5170294" cy="4718304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F21F22-51AA-A4BF-4157-E9E3B25572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6194077" y="970757"/>
            <a:ext cx="1279083" cy="107167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</p:spPr>
        <p:txBody>
          <a:bodyPr vert="eaVert" lIns="108000" tIns="360000" rIns="0" bIns="108000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02227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4CBB0-871F-7E3A-F31D-B2C10A5C9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93673" y="537882"/>
            <a:ext cx="5526446" cy="6320118"/>
          </a:xfrm>
          <a:prstGeom prst="round2SameRect">
            <a:avLst>
              <a:gd name="adj1" fmla="val 50000"/>
              <a:gd name="adj2" fmla="val 0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956F99-D723-1C00-99A3-8816F5C1EE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880412" y="676835"/>
            <a:ext cx="4473388" cy="5643282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4739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E3EA88-789D-44B0-318E-43C9303114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6687842" y="-3847009"/>
            <a:ext cx="824892" cy="99496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</p:spPr>
        <p:txBody>
          <a:bodyPr vert="eaVert" lIns="288000" tIns="648000" rIns="108000" bIns="108000" anchor="ctr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5760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BE7F252-A499-60EA-5FE7-DD0F6523E0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5414964" y="-250259"/>
            <a:ext cx="886591" cy="11716516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0" bIns="108000" anchor="ctr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006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 and titl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C358E0D3-2326-17D1-3B1B-DB4FE66FF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390AFE0-D61B-74DC-C7AB-78068FC26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6200000">
            <a:off x="4298581" y="179068"/>
            <a:ext cx="3025588" cy="11622742"/>
          </a:xfrm>
          <a:prstGeom prst="round2SameRect">
            <a:avLst>
              <a:gd name="adj1" fmla="val 105"/>
              <a:gd name="adj2" fmla="val 50000"/>
            </a:avLst>
          </a:prstGeom>
          <a:solidFill>
            <a:schemeClr val="tx2"/>
          </a:solidFill>
        </p:spPr>
        <p:txBody>
          <a:bodyPr vert="eaVert" lIns="108000" tIns="900000" rIns="108000" bIns="108000" anchor="t">
            <a:noAutofit/>
          </a:bodyPr>
          <a:lstStyle>
            <a:lvl1pPr marL="0" indent="0">
              <a:buNone/>
              <a:defRPr lang="en-US" sz="3600" dirty="0" smtClean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4939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0679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3BC8F-C36F-A7DB-85F3-A57B25A8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1F0F7-A8B3-95A3-75BE-9D32AE3A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endParaRPr lang="en-GB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E10AE-E0A6-D0FD-E4F1-C4B5549F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6498F58-EFB8-6AF8-741C-4FB41DA845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66368"/>
            <a:ext cx="10515600" cy="6791632"/>
          </a:xfrm>
        </p:spPr>
        <p:txBody>
          <a:bodyPr anchor="ctr"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24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0F9A1-08EF-8C56-315E-88FB3743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71956-F4A2-04B9-C25F-B2244ADB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7936-903B-0D83-5DD4-A10276E29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DAF24-70C3-4F28-841C-246F9BF92C44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B4BCC-A958-2B1F-B102-45303A0E7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00B0-DB1D-EAD8-0A96-15E4B8258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1C4D6-D041-4CE0-AA70-B90294B82A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87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8" r:id="rId2"/>
    <p:sldLayoutId id="2147483711" r:id="rId3"/>
    <p:sldLayoutId id="2147483713" r:id="rId4"/>
    <p:sldLayoutId id="2147483714" r:id="rId5"/>
    <p:sldLayoutId id="2147483715" r:id="rId6"/>
    <p:sldLayoutId id="2147483716" r:id="rId7"/>
    <p:sldLayoutId id="2147483719" r:id="rId8"/>
    <p:sldLayoutId id="2147483727" r:id="rId9"/>
    <p:sldLayoutId id="2147483726" r:id="rId10"/>
    <p:sldLayoutId id="2147483721" r:id="rId11"/>
    <p:sldLayoutId id="2147483722" r:id="rId12"/>
    <p:sldLayoutId id="2147483723" r:id="rId13"/>
    <p:sldLayoutId id="2147483725" r:id="rId14"/>
    <p:sldLayoutId id="2147483729" r:id="rId1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0F9A1-08EF-8C56-315E-88FB3743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71956-F4A2-04B9-C25F-B2244ADB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7936-903B-0D83-5DD4-A10276E29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B4BCC-A958-2B1F-B102-45303A0E7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GB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00B0-DB1D-EAD8-0A96-15E4B8258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381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0F9A1-08EF-8C56-315E-88FB3743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71956-F4A2-04B9-C25F-B2244ADB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57936-903B-0D83-5DD4-A10276E29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30DAF24-70C3-4F28-841C-246F9BF92C44}" type="datetimeFigureOut">
              <a:rPr lang="en-GB" smtClean="0"/>
              <a:pPr/>
              <a:t>18/02/2026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B4BCC-A958-2B1F-B102-45303A0E7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endParaRPr lang="en-GB">
              <a:solidFill>
                <a:schemeClr val="bg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00B0-DB1D-EAD8-0A96-15E4B8258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7941C4D6-D041-4CE0-AA70-B90294B82A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43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200"/>
        </a:spcAft>
        <a:buClr>
          <a:schemeClr val="bg1"/>
        </a:buClr>
        <a:buSzPct val="110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1D5AE2F-2F31-A2EF-ECFA-3046DDD72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following are some examples of slides, </a:t>
            </a:r>
            <a:br>
              <a:rPr lang="en-GB" dirty="0"/>
            </a:br>
            <a:r>
              <a:rPr lang="en-GB" dirty="0"/>
              <a:t>using the </a:t>
            </a:r>
            <a:r>
              <a:rPr lang="en-GB" dirty="0" err="1"/>
              <a:t>RLadies</a:t>
            </a:r>
            <a:r>
              <a:rPr lang="en-GB" dirty="0"/>
              <a:t>+ template.</a:t>
            </a:r>
          </a:p>
          <a:p>
            <a:r>
              <a:rPr lang="en-GB" dirty="0"/>
              <a:t>To see all slide templates, go to the Home &gt; Slides &gt; and click on “New slide” or “Layout”.</a:t>
            </a:r>
          </a:p>
        </p:txBody>
      </p:sp>
    </p:spTree>
    <p:extLst>
      <p:ext uri="{BB962C8B-B14F-4D97-AF65-F5344CB8AC3E}">
        <p14:creationId xmlns:p14="http://schemas.microsoft.com/office/powerpoint/2010/main" val="3746420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People working on a computer">
            <a:extLst>
              <a:ext uri="{FF2B5EF4-FFF2-40B4-BE49-F238E27FC236}">
                <a16:creationId xmlns:a16="http://schemas.microsoft.com/office/drawing/2014/main" id="{12CABDAB-0771-66C5-01EC-F62DAAC8FD77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7" r="22237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88918D-AA96-2193-39A9-BA0CB2C53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Presentation title 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C2360-2A53-9928-4EAF-C5587EAEBF96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GB" dirty="0"/>
              <a:t>Presenter name or other details go here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F36A17A8-55B2-83D8-2AB6-8263997B99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798" y="611685"/>
            <a:ext cx="2415751" cy="609732"/>
          </a:xfrm>
          <a:prstGeom prst="rect">
            <a:avLst/>
          </a:prstGeom>
        </p:spPr>
      </p:pic>
      <p:pic>
        <p:nvPicPr>
          <p:cNvPr id="11" name="Picture 10" descr="A purple flower with a white background&#10;&#10;AI-generated content may be incorrect.">
            <a:extLst>
              <a:ext uri="{FF2B5EF4-FFF2-40B4-BE49-F238E27FC236}">
                <a16:creationId xmlns:a16="http://schemas.microsoft.com/office/drawing/2014/main" id="{36E1A4C1-F604-1841-CE32-51078E352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113" y="5444810"/>
            <a:ext cx="990212" cy="1137892"/>
          </a:xfrm>
          <a:prstGeom prst="rect">
            <a:avLst/>
          </a:prstGeom>
        </p:spPr>
      </p:pic>
      <p:pic>
        <p:nvPicPr>
          <p:cNvPr id="13" name="Picture 12" descr="A hexagon with white text and colorful dots&#10;&#10;AI-generated content may be incorrect.">
            <a:extLst>
              <a:ext uri="{FF2B5EF4-FFF2-40B4-BE49-F238E27FC236}">
                <a16:creationId xmlns:a16="http://schemas.microsoft.com/office/drawing/2014/main" id="{AC196C35-D3BF-32BA-0DEE-FAF2DBC85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997" y="5444810"/>
            <a:ext cx="985173" cy="11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0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6883EE1-1B87-F198-0447-ADAF72124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Presentation title goes here</a:t>
            </a:r>
          </a:p>
        </p:txBody>
      </p:sp>
      <p:pic>
        <p:nvPicPr>
          <p:cNvPr id="6" name="Picture Placeholder 5" descr="People working on a computer">
            <a:extLst>
              <a:ext uri="{FF2B5EF4-FFF2-40B4-BE49-F238E27FC236}">
                <a16:creationId xmlns:a16="http://schemas.microsoft.com/office/drawing/2014/main" id="{C9556316-A774-5068-C4AA-FB605EB076DA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9" r="23199"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6CE4D-CB1C-E780-8AC4-B9985E05139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GB" dirty="0"/>
              <a:t>Presenter name or other details go here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7DFC5A24-E1AC-E33A-594B-E3B6521A5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98" y="611685"/>
            <a:ext cx="2415751" cy="60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67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A3C8F85-D4D3-094C-343E-5E264C5956FE}"/>
              </a:ext>
            </a:extLst>
          </p:cNvPr>
          <p:cNvPicPr>
            <a:picLocks noGrp="1" noChangeAspect="1"/>
          </p:cNvPicPr>
          <p:nvPr>
            <p:ph type="pic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06" b="40620"/>
          <a:stretch>
            <a:fillRect/>
          </a:stretch>
        </p:blipFill>
        <p:spPr>
          <a:xfrm>
            <a:off x="0" y="1849121"/>
            <a:ext cx="12192000" cy="3304032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444ABEE-023F-0B50-E16A-4C2687F6B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Presenter name or other details go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B9614-A5C0-14B4-87F2-78A87454CBC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Presentation title goes here 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91E1D8A5-8E19-8B3E-6EC5-D8F0AE548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79" y="283794"/>
            <a:ext cx="2415751" cy="609732"/>
          </a:xfrm>
          <a:prstGeom prst="rect">
            <a:avLst/>
          </a:prstGeom>
        </p:spPr>
      </p:pic>
      <p:pic>
        <p:nvPicPr>
          <p:cNvPr id="8" name="Picture 7" descr="A purple flower with a white background&#10;&#10;AI-generated content may be incorrect.">
            <a:extLst>
              <a:ext uri="{FF2B5EF4-FFF2-40B4-BE49-F238E27FC236}">
                <a16:creationId xmlns:a16="http://schemas.microsoft.com/office/drawing/2014/main" id="{57AA4D09-BB0C-449B-97E2-4DD2B6040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367" y="5444810"/>
            <a:ext cx="990212" cy="1137892"/>
          </a:xfrm>
          <a:prstGeom prst="rect">
            <a:avLst/>
          </a:prstGeom>
        </p:spPr>
      </p:pic>
      <p:pic>
        <p:nvPicPr>
          <p:cNvPr id="9" name="Picture 8" descr="A hexagon with white text and colorful dots&#10;&#10;AI-generated content may be incorrect.">
            <a:extLst>
              <a:ext uri="{FF2B5EF4-FFF2-40B4-BE49-F238E27FC236}">
                <a16:creationId xmlns:a16="http://schemas.microsoft.com/office/drawing/2014/main" id="{9C7D5EBF-4703-DE77-D868-22B89B7F55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251" y="5444810"/>
            <a:ext cx="985173" cy="11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2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D2FF3-2C08-DB8E-F743-153B8785E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First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8F93A-0CD1-2364-8C73-A9D57FD516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866B6-DCE8-F79A-C255-36352CB4F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Second point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669CB6-B943-9CFC-6C8E-E04BC2FBA4E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omnis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44818E-E6DC-D21E-ACBB-30C3DB9448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</p:spTree>
    <p:extLst>
      <p:ext uri="{BB962C8B-B14F-4D97-AF65-F5344CB8AC3E}">
        <p14:creationId xmlns:p14="http://schemas.microsoft.com/office/powerpoint/2010/main" val="200280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eople working on a computer">
            <a:extLst>
              <a:ext uri="{FF2B5EF4-FFF2-40B4-BE49-F238E27FC236}">
                <a16:creationId xmlns:a16="http://schemas.microsoft.com/office/drawing/2014/main" id="{21D5D69D-BF96-C957-C01D-FFA73588D42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0" r="23140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B3A35-3811-AA0F-AB94-0BD4716780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GB" dirty="0"/>
          </a:p>
          <a:p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omnis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endParaRPr lang="en-GB" dirty="0"/>
          </a:p>
          <a:p>
            <a:r>
              <a:rPr lang="nb-NO" dirty="0"/>
              <a:t>Ut enim ad minim veniam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985C2-192A-6DCE-5D29-03D866406C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</p:spTree>
    <p:extLst>
      <p:ext uri="{BB962C8B-B14F-4D97-AF65-F5344CB8AC3E}">
        <p14:creationId xmlns:p14="http://schemas.microsoft.com/office/powerpoint/2010/main" val="3507502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325CF76-94EE-6581-D16F-E00425FBE6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8" r="9708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4689C4-EB5A-A891-83FC-B1450C7331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277D1A7-B791-6234-82EE-8F714D1B10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GB" dirty="0"/>
          </a:p>
          <a:p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omnis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endParaRPr lang="en-GB" dirty="0"/>
          </a:p>
          <a:p>
            <a:r>
              <a:rPr lang="nb-NO" dirty="0"/>
              <a:t>Ut enim ad minim veniam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88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14A24A4-349C-538F-71AE-92F6BCE0607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b="7865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FEB7F-7EB8-B23D-DA5C-6839A10C43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535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3FA2-FAC1-C39B-181D-D226D48E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AC126D2-CBE9-E671-CC2A-87366E330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Presentation title goes here</a:t>
            </a:r>
          </a:p>
        </p:txBody>
      </p:sp>
      <p:pic>
        <p:nvPicPr>
          <p:cNvPr id="6" name="Picture Placeholder 5" descr="People working on a computer">
            <a:extLst>
              <a:ext uri="{FF2B5EF4-FFF2-40B4-BE49-F238E27FC236}">
                <a16:creationId xmlns:a16="http://schemas.microsoft.com/office/drawing/2014/main" id="{58673139-3982-49F0-8A75-2AFD1532E416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7" r="23197"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AFF1E-DF45-4A75-3BCD-87E55C60CBBD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GB" dirty="0"/>
              <a:t>Presenter name or other details go here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9AF82856-9E02-AAE1-E5A1-3E0266A28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98" y="611685"/>
            <a:ext cx="2415751" cy="60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20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DB37-9AA5-05C4-A68E-99B5BA71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People working on a computer">
            <a:extLst>
              <a:ext uri="{FF2B5EF4-FFF2-40B4-BE49-F238E27FC236}">
                <a16:creationId xmlns:a16="http://schemas.microsoft.com/office/drawing/2014/main" id="{0E51DE94-CC5F-7DEB-2220-13115BB27BF8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38" r="22238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D6EE1BA-DFA1-7A05-024F-8C63438E4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Presentation title goes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97FF4-0EAB-B78B-D395-2DDEAD250A01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GB" dirty="0"/>
              <a:t>Presenter name or other details go here</a:t>
            </a:r>
          </a:p>
        </p:txBody>
      </p:sp>
      <p:pic>
        <p:nvPicPr>
          <p:cNvPr id="11" name="Picture 10" descr="A purple flower with a white background&#10;&#10;AI-generated content may be incorrect.">
            <a:extLst>
              <a:ext uri="{FF2B5EF4-FFF2-40B4-BE49-F238E27FC236}">
                <a16:creationId xmlns:a16="http://schemas.microsoft.com/office/drawing/2014/main" id="{B0AE998C-CA5A-6763-9014-5385BEAB6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113" y="5444810"/>
            <a:ext cx="990212" cy="1137892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38FB6642-50A3-0C26-45AD-0974D4C33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798" y="611685"/>
            <a:ext cx="2415751" cy="60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8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2E359-4782-0DF4-B185-8E6D4A9C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BB3A7DF-19DC-BCA1-EFC1-081890C20D46}"/>
              </a:ext>
            </a:extLst>
          </p:cNvPr>
          <p:cNvPicPr>
            <a:picLocks noGrp="1" noChangeAspect="1"/>
          </p:cNvPicPr>
          <p:nvPr>
            <p:ph type="pic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00" b="29700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D731869-2441-5AB3-BF5C-BA7746A38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Presenter name or other details go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F816E-9699-ACA5-5FBC-FA2636BF20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Presentation title goes here</a:t>
            </a:r>
          </a:p>
        </p:txBody>
      </p:sp>
      <p:pic>
        <p:nvPicPr>
          <p:cNvPr id="8" name="Picture 7" descr="A purple flower with a white background&#10;&#10;AI-generated content may be incorrect.">
            <a:extLst>
              <a:ext uri="{FF2B5EF4-FFF2-40B4-BE49-F238E27FC236}">
                <a16:creationId xmlns:a16="http://schemas.microsoft.com/office/drawing/2014/main" id="{2E8D02A8-EE27-C78D-FEA7-A4FAE19DA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367" y="5444810"/>
            <a:ext cx="990212" cy="1137892"/>
          </a:xfrm>
          <a:prstGeom prst="rect">
            <a:avLst/>
          </a:prstGeom>
        </p:spPr>
      </p:pic>
      <p:pic>
        <p:nvPicPr>
          <p:cNvPr id="9" name="Picture 8" descr="A hexagon with white text and colorful dots&#10;&#10;AI-generated content may be incorrect.">
            <a:extLst>
              <a:ext uri="{FF2B5EF4-FFF2-40B4-BE49-F238E27FC236}">
                <a16:creationId xmlns:a16="http://schemas.microsoft.com/office/drawing/2014/main" id="{40FD08CD-7F53-845F-0783-053518EBA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251" y="5444810"/>
            <a:ext cx="985173" cy="1137892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A037BC1C-863C-D5F2-B637-16ED87849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78" y="281393"/>
            <a:ext cx="2415751" cy="60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6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A0F2-4CE3-71D3-A287-B30D5199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61DEA9-12BD-C4AB-7F10-8606A4503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First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AED4-D4E6-A0AC-67F1-9340EB6124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87D33-E9A9-16FF-D207-0FEF7E53A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Second point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C9E160-A8A4-0123-2257-457605295F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omnis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3FD63-29A1-1F12-619B-045BC833E1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</p:spTree>
    <p:extLst>
      <p:ext uri="{BB962C8B-B14F-4D97-AF65-F5344CB8AC3E}">
        <p14:creationId xmlns:p14="http://schemas.microsoft.com/office/powerpoint/2010/main" val="2893099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D313-8E10-63C5-C23D-31C9AEB9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eople working on a computer">
            <a:extLst>
              <a:ext uri="{FF2B5EF4-FFF2-40B4-BE49-F238E27FC236}">
                <a16:creationId xmlns:a16="http://schemas.microsoft.com/office/drawing/2014/main" id="{395F57CB-ECFD-2BB3-87D1-FEF147E3FE1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40" r="23140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57773-DB22-ED38-5948-C9688E880E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GB" dirty="0"/>
          </a:p>
          <a:p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omnis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endParaRPr lang="en-GB" dirty="0"/>
          </a:p>
          <a:p>
            <a:r>
              <a:rPr lang="nb-NO" dirty="0"/>
              <a:t>Ut enim ad minim veniam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B2F9E-F4DA-E5BA-80DC-9F463A1473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</p:spTree>
    <p:extLst>
      <p:ext uri="{BB962C8B-B14F-4D97-AF65-F5344CB8AC3E}">
        <p14:creationId xmlns:p14="http://schemas.microsoft.com/office/powerpoint/2010/main" val="2997098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7B60-DA41-BB39-6FB1-A39A0ED0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69A3556-1F4E-5B21-DA9F-992E3696080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5" r="23105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DE0F9A-6FD3-3600-51E1-412A1B09B0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89F35D-82B4-34C7-9AB2-FFE9882048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GB" dirty="0"/>
          </a:p>
          <a:p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omnis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endParaRPr lang="en-GB" dirty="0"/>
          </a:p>
          <a:p>
            <a:r>
              <a:rPr lang="nb-NO" dirty="0"/>
              <a:t>Ut enim ad minim veniam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8296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16CFB-BC65-DDC8-ADFB-67FE16DC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C901529-A0A6-3D89-EB1D-75E6ED305D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B40DF-84B0-6C99-191B-72D880FFB6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Title of slide goes here</a:t>
            </a:r>
          </a:p>
        </p:txBody>
      </p:sp>
    </p:spTree>
    <p:extLst>
      <p:ext uri="{BB962C8B-B14F-4D97-AF65-F5344CB8AC3E}">
        <p14:creationId xmlns:p14="http://schemas.microsoft.com/office/powerpoint/2010/main" val="3689174516"/>
      </p:ext>
    </p:extLst>
  </p:cSld>
  <p:clrMapOvr>
    <a:masterClrMapping/>
  </p:clrMapOvr>
</p:sld>
</file>

<file path=ppt/theme/theme1.xml><?xml version="1.0" encoding="utf-8"?>
<a:theme xmlns:a="http://schemas.openxmlformats.org/drawingml/2006/main" name="1_Light">
  <a:themeElements>
    <a:clrScheme name="RLadies+">
      <a:dk1>
        <a:srgbClr val="2F2F30"/>
      </a:dk1>
      <a:lt1>
        <a:srgbClr val="EDEDF4"/>
      </a:lt1>
      <a:dk2>
        <a:srgbClr val="881EF9"/>
      </a:dk2>
      <a:lt2>
        <a:srgbClr val="EDEDF4"/>
      </a:lt2>
      <a:accent1>
        <a:srgbClr val="146AF9"/>
      </a:accent1>
      <a:accent2>
        <a:srgbClr val="FF5B92"/>
      </a:accent2>
      <a:accent3>
        <a:srgbClr val="B779FB"/>
      </a:accent3>
      <a:accent4>
        <a:srgbClr val="7CADFC"/>
      </a:accent4>
      <a:accent5>
        <a:srgbClr val="FFAFCA"/>
      </a:accent5>
      <a:accent6>
        <a:srgbClr val="F87F24"/>
      </a:accent6>
      <a:hlink>
        <a:srgbClr val="146AF9"/>
      </a:hlink>
      <a:folHlink>
        <a:srgbClr val="FF5B92"/>
      </a:folHlink>
    </a:clrScheme>
    <a:fontScheme name="Custom 5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Purple">
  <a:themeElements>
    <a:clrScheme name="RLadies+">
      <a:dk1>
        <a:srgbClr val="2F2F30"/>
      </a:dk1>
      <a:lt1>
        <a:srgbClr val="EDEDF4"/>
      </a:lt1>
      <a:dk2>
        <a:srgbClr val="881EF9"/>
      </a:dk2>
      <a:lt2>
        <a:srgbClr val="EDEDF4"/>
      </a:lt2>
      <a:accent1>
        <a:srgbClr val="146AF9"/>
      </a:accent1>
      <a:accent2>
        <a:srgbClr val="FF5B92"/>
      </a:accent2>
      <a:accent3>
        <a:srgbClr val="B779FB"/>
      </a:accent3>
      <a:accent4>
        <a:srgbClr val="7CADFC"/>
      </a:accent4>
      <a:accent5>
        <a:srgbClr val="FFAFCA"/>
      </a:accent5>
      <a:accent6>
        <a:srgbClr val="F87F24"/>
      </a:accent6>
      <a:hlink>
        <a:srgbClr val="146AF9"/>
      </a:hlink>
      <a:folHlink>
        <a:srgbClr val="FF5B92"/>
      </a:folHlink>
    </a:clrScheme>
    <a:fontScheme name="Custom 5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Dark">
  <a:themeElements>
    <a:clrScheme name="RLadies+">
      <a:dk1>
        <a:srgbClr val="2F2F30"/>
      </a:dk1>
      <a:lt1>
        <a:srgbClr val="EDEDF4"/>
      </a:lt1>
      <a:dk2>
        <a:srgbClr val="881EF9"/>
      </a:dk2>
      <a:lt2>
        <a:srgbClr val="EDEDF4"/>
      </a:lt2>
      <a:accent1>
        <a:srgbClr val="146AF9"/>
      </a:accent1>
      <a:accent2>
        <a:srgbClr val="FF5B92"/>
      </a:accent2>
      <a:accent3>
        <a:srgbClr val="B779FB"/>
      </a:accent3>
      <a:accent4>
        <a:srgbClr val="7CADFC"/>
      </a:accent4>
      <a:accent5>
        <a:srgbClr val="FFAFCA"/>
      </a:accent5>
      <a:accent6>
        <a:srgbClr val="F87F24"/>
      </a:accent6>
      <a:hlink>
        <a:srgbClr val="146AF9"/>
      </a:hlink>
      <a:folHlink>
        <a:srgbClr val="FF5B92"/>
      </a:folHlink>
    </a:clrScheme>
    <a:fontScheme name="Custom 5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287</Words>
  <Application>Microsoft Office PowerPoint</Application>
  <PresentationFormat>Widescreen</PresentationFormat>
  <Paragraphs>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Poppins</vt:lpstr>
      <vt:lpstr>Aptos</vt:lpstr>
      <vt:lpstr>Arial</vt:lpstr>
      <vt:lpstr>Poppins SemiBold</vt:lpstr>
      <vt:lpstr>1_Light</vt:lpstr>
      <vt:lpstr>2_Purple</vt:lpstr>
      <vt:lpstr>3_Dark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Miranta Kou</dc:creator>
  <cp:lastModifiedBy>Miranta Kou</cp:lastModifiedBy>
  <cp:revision>1</cp:revision>
  <dcterms:created xsi:type="dcterms:W3CDTF">2025-12-02T10:27:04Z</dcterms:created>
  <dcterms:modified xsi:type="dcterms:W3CDTF">2026-02-18T08:45:16Z</dcterms:modified>
</cp:coreProperties>
</file>